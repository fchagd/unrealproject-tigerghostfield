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3" r:id="rId4"/>
    <p:sldId id="259" r:id="rId5"/>
    <p:sldId id="258" r:id="rId6"/>
    <p:sldId id="274" r:id="rId7"/>
    <p:sldId id="275" r:id="rId8"/>
    <p:sldId id="276" r:id="rId9"/>
    <p:sldId id="277" r:id="rId10"/>
    <p:sldId id="27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2D4FD-279A-4337-9D36-A19F8B227F2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A7BC9-DA85-4DFC-9C02-93469E4C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133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B363C-700D-BF0E-782D-398812059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327C19-2647-BD95-EB8B-19D79A5B0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26898B-4E24-3AC2-EC0F-370EDA28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D7DBC4-399D-A4E0-12B3-D97D43AC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8AAC75-8DF3-098C-A896-7D101BC77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132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C4A5B3-A8AD-0EFE-BD5E-C957166A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EA74FE-BD2B-FD89-19A8-F55CD5518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C083D-DD73-9AB6-5D85-ED3F70E1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A19018-A4F9-1C0A-DEDC-5790F64DF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FDEF38-7720-1AE5-FB25-5EB6463B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58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771AC-6CD6-DA8C-9C94-382F1781D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6ECB63-F716-B68F-87F6-F79AA87DB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87CB47-9DD5-059D-990D-5B707D98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E28800-80F7-5EBF-F23B-88BC72A78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D0E2A-8456-9C91-A8C3-A7C626C4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91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8CD75-310D-7306-874C-9FFAADFB9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7FDDE0-6D06-00D1-6755-1B057542F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F164DD-C0E5-BA5F-B1B7-1A95BF882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05E827-BEDC-7694-9311-4E813E2F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A890EE-FA09-5D30-5F29-146D1EAFC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BA9563-E403-4665-2E89-CB654C17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83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FFCEE-11AE-7B12-ABB4-05D391623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E45ECA-AD0F-284E-B3B6-5FF276ABA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F47AFF-59BC-2067-E137-D904ACDC7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4BC3D5F-81A7-71C8-1A2B-962474DA1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2B653C-9D0B-B0DB-A7A7-B6F40E3E8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F68E89-5BCA-959D-4304-543B5AAF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FC69DD-A553-C1EC-DC55-4BE1218C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96FD02-0C4C-C6AE-CDD7-67EE902F2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8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11010-960E-29A5-24F4-05F2C2F83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6543D4-F404-CE8B-9C8E-A16E0B65C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17E2F8-0D4F-3F3B-1B9C-5D2551A4F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E65905-79CE-835A-202D-A9D3DECC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303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94E106-1956-6D35-9942-108F0933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364A4B-F76B-7617-5ECA-84556AFC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80328-4D67-66BD-CF80-118BB3C5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8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71EA5-82DE-DCF5-8977-B9067315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EBF0EA-DA67-7A7E-814C-67AFB85A0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A56DD1-836E-1F31-FAA8-42900BFDE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C45665-1544-A1F2-0FB1-A668D0C8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516BEA-8F60-321D-8F5B-A48526EF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EEDB45-B869-9734-0D5D-7517ECBF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558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F3ADA-3E5B-3698-1254-F9472B112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A6FF44-BDD5-E901-30AC-2F330F4DE3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241D68-301C-5DA0-1DB4-907FB9784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116B35-60DA-3497-BADF-53BE42A1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F1F4E3-7A50-441F-CD16-EFC68133B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709568-8CF0-DB8F-61BA-B969A524B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24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27995-288B-3184-0511-CC023BC06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118C4B-9DB8-DF5A-50D7-BD9A27B89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087F8E-7C46-3E6D-FEBC-CEC047C0B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62D4FD-811F-C8D7-6FAF-7C1392B0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B81B3-8E50-A0F1-8B48-622D0657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545CC8-0BB4-DFE4-D287-FAEBC418E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AAFD6C-C8C7-35A2-EDD1-2B42C55E3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22E165-B0E1-E4F7-EB4D-641BC7613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47CED-A56F-C8AA-AFB6-6FA824BE2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CC5EF-16A1-4A68-A14B-AF8AF9A3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60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850FAF2-6D90-48E4-9A92-082568036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C9BE31-4860-5F40-6506-AD8761D30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4A76EF-B110-24AC-6544-58019729F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07806-7499-4086-941E-A6D6BC235354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E2451-CB9A-CC02-BC10-DFC5F6578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D6113E-2EEA-983B-C4F8-E46449BD9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26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258387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지금의 문제</a:t>
            </a:r>
          </a:p>
        </p:txBody>
      </p:sp>
    </p:spTree>
    <p:extLst>
      <p:ext uri="{BB962C8B-B14F-4D97-AF65-F5344CB8AC3E}">
        <p14:creationId xmlns:p14="http://schemas.microsoft.com/office/powerpoint/2010/main" val="409537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지금의 문제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B2600B-D6CA-0083-B612-C875ADFBA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9" y="2677198"/>
            <a:ext cx="3137966" cy="159920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1DBC32B-3DDA-F286-58AA-98A70C145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407" y="2576129"/>
            <a:ext cx="3529590" cy="170836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8254998-0878-3BC7-8F24-EE9B52E2A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128" y="2581593"/>
            <a:ext cx="3343563" cy="16948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E26A340-641A-DC73-5C9E-994D79987F3C}"/>
              </a:ext>
            </a:extLst>
          </p:cNvPr>
          <p:cNvSpPr txBox="1"/>
          <p:nvPr/>
        </p:nvSpPr>
        <p:spPr>
          <a:xfrm>
            <a:off x="944017" y="4365970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인디터웹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65D527-64E9-D673-3992-6D69C1CCE42E}"/>
              </a:ext>
            </a:extLst>
          </p:cNvPr>
          <p:cNvSpPr txBox="1"/>
          <p:nvPr/>
        </p:nvSpPr>
        <p:spPr>
          <a:xfrm>
            <a:off x="4730927" y="4365970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만들래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7D9587-B5BF-6CEF-9494-56FC77089C8F}"/>
              </a:ext>
            </a:extLst>
          </p:cNvPr>
          <p:cNvSpPr txBox="1"/>
          <p:nvPr/>
        </p:nvSpPr>
        <p:spPr>
          <a:xfrm>
            <a:off x="8620634" y="4365970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인디플</a:t>
            </a:r>
          </a:p>
        </p:txBody>
      </p:sp>
    </p:spTree>
    <p:extLst>
      <p:ext uri="{BB962C8B-B14F-4D97-AF65-F5344CB8AC3E}">
        <p14:creationId xmlns:p14="http://schemas.microsoft.com/office/powerpoint/2010/main" val="1860881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지금의 문제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65D527-64E9-D673-3992-6D69C1CCE42E}"/>
              </a:ext>
            </a:extLst>
          </p:cNvPr>
          <p:cNvSpPr txBox="1"/>
          <p:nvPr/>
        </p:nvSpPr>
        <p:spPr>
          <a:xfrm>
            <a:off x="4833724" y="1539643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지원자 없음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6E8398-AB16-D7D5-6477-456745C72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196" y="2169702"/>
            <a:ext cx="2753605" cy="443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33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258387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문제 원인</a:t>
            </a:r>
          </a:p>
        </p:txBody>
      </p:sp>
    </p:spTree>
    <p:extLst>
      <p:ext uri="{BB962C8B-B14F-4D97-AF65-F5344CB8AC3E}">
        <p14:creationId xmlns:p14="http://schemas.microsoft.com/office/powerpoint/2010/main" val="425797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문제 원인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457CE1-2932-CB54-7B45-66276CEA29C3}"/>
              </a:ext>
            </a:extLst>
          </p:cNvPr>
          <p:cNvSpPr txBox="1"/>
          <p:nvPr/>
        </p:nvSpPr>
        <p:spPr>
          <a:xfrm>
            <a:off x="483397" y="2096950"/>
            <a:ext cx="9713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3D + </a:t>
            </a:r>
            <a:r>
              <a:rPr lang="ko-KR" altLang="en-US" sz="1400"/>
              <a:t>언리얼의 진입장벽으로 지원이 적은 것으로 예상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80D04A-3E86-F337-59FA-13463767DF01}"/>
              </a:ext>
            </a:extLst>
          </p:cNvPr>
          <p:cNvSpPr txBox="1"/>
          <p:nvPr/>
        </p:nvSpPr>
        <p:spPr>
          <a:xfrm>
            <a:off x="483397" y="1312652"/>
            <a:ext cx="3405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/>
              <a:t>프로젝트 난이도</a:t>
            </a:r>
          </a:p>
        </p:txBody>
      </p:sp>
      <p:pic>
        <p:nvPicPr>
          <p:cNvPr id="1026" name="Picture 2" descr="3D 모델을 만드는 방법 | 전문가용 3D 스캐닝 솔루션 | Artec3D">
            <a:extLst>
              <a:ext uri="{FF2B5EF4-FFF2-40B4-BE49-F238E27FC236}">
                <a16:creationId xmlns:a16="http://schemas.microsoft.com/office/drawing/2014/main" id="{3DA05C8F-32E4-3AF7-6D8E-460C3D043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761" y="2917515"/>
            <a:ext cx="3495675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2FA1B1-E8C4-BF07-15B7-5C69F62A38BE}"/>
              </a:ext>
            </a:extLst>
          </p:cNvPr>
          <p:cNvSpPr txBox="1"/>
          <p:nvPr/>
        </p:nvSpPr>
        <p:spPr>
          <a:xfrm>
            <a:off x="912002" y="5140368"/>
            <a:ext cx="4010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3D</a:t>
            </a:r>
            <a:r>
              <a:rPr lang="ko-KR" altLang="en-US" sz="2000" b="1"/>
              <a:t>게임의 작업 난이도</a:t>
            </a:r>
          </a:p>
        </p:txBody>
      </p:sp>
      <p:pic>
        <p:nvPicPr>
          <p:cNvPr id="1028" name="Picture 4" descr="언리얼 엔진 - 나무위키">
            <a:extLst>
              <a:ext uri="{FF2B5EF4-FFF2-40B4-BE49-F238E27FC236}">
                <a16:creationId xmlns:a16="http://schemas.microsoft.com/office/drawing/2014/main" id="{0D967439-E61E-A985-76CF-9687BD010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63" b="89879" l="2451" r="89706">
                        <a14:foregroundMark x1="52451" y1="5668" x2="52451" y2="5668"/>
                        <a14:foregroundMark x1="2451" y1="82186" x2="2451" y2="82186"/>
                        <a14:foregroundMark x1="31863" y1="82996" x2="31863" y2="82996"/>
                        <a14:foregroundMark x1="47549" y1="81377" x2="47549" y2="81377"/>
                        <a14:foregroundMark x1="54412" y1="83401" x2="54412" y2="83401"/>
                        <a14:foregroundMark x1="77941" y1="79757" x2="77941" y2="79757"/>
                        <a14:foregroundMark x1="89216" y1="82186" x2="89216" y2="821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032" y="2787693"/>
            <a:ext cx="194310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49DD62-A7FA-794B-EDAE-B9CF8F7F3838}"/>
              </a:ext>
            </a:extLst>
          </p:cNvPr>
          <p:cNvSpPr txBox="1"/>
          <p:nvPr/>
        </p:nvSpPr>
        <p:spPr>
          <a:xfrm>
            <a:off x="6575092" y="5123224"/>
            <a:ext cx="4010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유니티보다 약세인 언리얼 사용자</a:t>
            </a:r>
          </a:p>
        </p:txBody>
      </p:sp>
    </p:spTree>
    <p:extLst>
      <p:ext uri="{BB962C8B-B14F-4D97-AF65-F5344CB8AC3E}">
        <p14:creationId xmlns:p14="http://schemas.microsoft.com/office/powerpoint/2010/main" val="119095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문제 원인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457CE1-2932-CB54-7B45-66276CEA29C3}"/>
              </a:ext>
            </a:extLst>
          </p:cNvPr>
          <p:cNvSpPr txBox="1"/>
          <p:nvPr/>
        </p:nvSpPr>
        <p:spPr>
          <a:xfrm>
            <a:off x="483397" y="2096950"/>
            <a:ext cx="9713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지원자를 설득할만한 스펙</a:t>
            </a:r>
            <a:r>
              <a:rPr lang="en-US" altLang="ko-KR" sz="1400"/>
              <a:t>, </a:t>
            </a:r>
            <a:r>
              <a:rPr lang="ko-KR" altLang="en-US" sz="1400"/>
              <a:t>결과물의 부재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80D04A-3E86-F337-59FA-13463767DF01}"/>
              </a:ext>
            </a:extLst>
          </p:cNvPr>
          <p:cNvSpPr txBox="1"/>
          <p:nvPr/>
        </p:nvSpPr>
        <p:spPr>
          <a:xfrm>
            <a:off x="483397" y="1312652"/>
            <a:ext cx="3405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/>
              <a:t>결과물 없음</a:t>
            </a:r>
          </a:p>
        </p:txBody>
      </p:sp>
      <p:pic>
        <p:nvPicPr>
          <p:cNvPr id="2050" name="Picture 2" descr="Concept: a unique &amp; strong concept, the basis for efficient communication">
            <a:extLst>
              <a:ext uri="{FF2B5EF4-FFF2-40B4-BE49-F238E27FC236}">
                <a16:creationId xmlns:a16="http://schemas.microsoft.com/office/drawing/2014/main" id="{57DAC1F5-223E-ED36-F135-FC881D775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527" y="3155915"/>
            <a:ext cx="4608946" cy="198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768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258387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해결 방안</a:t>
            </a:r>
          </a:p>
        </p:txBody>
      </p:sp>
    </p:spTree>
    <p:extLst>
      <p:ext uri="{BB962C8B-B14F-4D97-AF65-F5344CB8AC3E}">
        <p14:creationId xmlns:p14="http://schemas.microsoft.com/office/powerpoint/2010/main" val="506995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해결 방안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457CE1-2932-CB54-7B45-66276CEA29C3}"/>
              </a:ext>
            </a:extLst>
          </p:cNvPr>
          <p:cNvSpPr txBox="1"/>
          <p:nvPr/>
        </p:nvSpPr>
        <p:spPr>
          <a:xfrm>
            <a:off x="483397" y="2096950"/>
            <a:ext cx="9713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언리얼 블루프린트를 활용하여 빠른 시일 내에 프로토타입 컨셉 제작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80D04A-3E86-F337-59FA-13463767DF01}"/>
              </a:ext>
            </a:extLst>
          </p:cNvPr>
          <p:cNvSpPr txBox="1"/>
          <p:nvPr/>
        </p:nvSpPr>
        <p:spPr>
          <a:xfrm>
            <a:off x="483397" y="1312652"/>
            <a:ext cx="3405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/>
              <a:t>결과물 촬영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7D9A0-BB47-74C4-8ECD-1EE295563683}"/>
              </a:ext>
            </a:extLst>
          </p:cNvPr>
          <p:cNvSpPr txBox="1"/>
          <p:nvPr/>
        </p:nvSpPr>
        <p:spPr>
          <a:xfrm>
            <a:off x="483397" y="3450103"/>
            <a:ext cx="9713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프로젝트 방향성을 </a:t>
            </a:r>
            <a:r>
              <a:rPr lang="en-US" altLang="ko-KR" sz="1400"/>
              <a:t>2D + Unity</a:t>
            </a:r>
            <a:r>
              <a:rPr lang="ko-KR" altLang="en-US" sz="1400"/>
              <a:t>로 프로젝트 방향성을 바꿔 보다 인디 개발자의 접근성을 높임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AE8C0-FAC1-7A54-D3B4-651D0E60506E}"/>
              </a:ext>
            </a:extLst>
          </p:cNvPr>
          <p:cNvSpPr txBox="1"/>
          <p:nvPr/>
        </p:nvSpPr>
        <p:spPr>
          <a:xfrm>
            <a:off x="483397" y="2665805"/>
            <a:ext cx="3663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/>
              <a:t>프로젝트 방향성 변경</a:t>
            </a:r>
          </a:p>
        </p:txBody>
      </p:sp>
    </p:spTree>
    <p:extLst>
      <p:ext uri="{BB962C8B-B14F-4D97-AF65-F5344CB8AC3E}">
        <p14:creationId xmlns:p14="http://schemas.microsoft.com/office/powerpoint/2010/main" val="65976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258387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업무</a:t>
            </a:r>
          </a:p>
        </p:txBody>
      </p:sp>
    </p:spTree>
    <p:extLst>
      <p:ext uri="{BB962C8B-B14F-4D97-AF65-F5344CB8AC3E}">
        <p14:creationId xmlns:p14="http://schemas.microsoft.com/office/powerpoint/2010/main" val="632031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업무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C2D74E-CA5E-2B79-3560-384EC534F36C}"/>
              </a:ext>
            </a:extLst>
          </p:cNvPr>
          <p:cNvSpPr txBox="1"/>
          <p:nvPr/>
        </p:nvSpPr>
        <p:spPr>
          <a:xfrm>
            <a:off x="564216" y="1225606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/>
              <a:t>문제 해결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E6D35D-8D47-8A82-AD9F-620866230CEB}"/>
              </a:ext>
            </a:extLst>
          </p:cNvPr>
          <p:cNvSpPr txBox="1"/>
          <p:nvPr/>
        </p:nvSpPr>
        <p:spPr>
          <a:xfrm>
            <a:off x="564215" y="1945735"/>
            <a:ext cx="683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프로토타입 만들기 </a:t>
            </a:r>
            <a:r>
              <a:rPr lang="en-US" altLang="ko-KR"/>
              <a:t>or </a:t>
            </a:r>
            <a:r>
              <a:rPr lang="ko-KR" altLang="en-US"/>
              <a:t>프로젝트 방향성 수정</a:t>
            </a:r>
            <a:endParaRPr lang="en-US" altLang="ko-K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706E1-8BF7-575A-B609-6F5035B67C12}"/>
              </a:ext>
            </a:extLst>
          </p:cNvPr>
          <p:cNvSpPr txBox="1"/>
          <p:nvPr/>
        </p:nvSpPr>
        <p:spPr>
          <a:xfrm>
            <a:off x="564216" y="2542662"/>
            <a:ext cx="3342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/>
              <a:t>사운드 문서 양식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EC3830-0E5C-63A4-61E4-41A4C90DC33E}"/>
              </a:ext>
            </a:extLst>
          </p:cNvPr>
          <p:cNvSpPr txBox="1"/>
          <p:nvPr/>
        </p:nvSpPr>
        <p:spPr>
          <a:xfrm>
            <a:off x="564215" y="3262791"/>
            <a:ext cx="6834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사운드에 제출하는 문서의 요구사항 및 양식이 존재하는지</a:t>
            </a:r>
            <a:r>
              <a:rPr lang="en-US" altLang="ko-KR"/>
              <a:t>?</a:t>
            </a:r>
          </a:p>
          <a:p>
            <a:r>
              <a:rPr lang="ko-KR" altLang="en-US"/>
              <a:t>존재한다면 템플릿화 진행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7371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99</Words>
  <Application>Microsoft Office PowerPoint</Application>
  <PresentationFormat>와이드스크린</PresentationFormat>
  <Paragraphs>29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7</cp:revision>
  <dcterms:created xsi:type="dcterms:W3CDTF">2025-11-12T07:27:50Z</dcterms:created>
  <dcterms:modified xsi:type="dcterms:W3CDTF">2025-11-19T14:40:25Z</dcterms:modified>
</cp:coreProperties>
</file>