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21" autoAdjust="0"/>
  </p:normalViewPr>
  <p:slideViewPr>
    <p:cSldViewPr snapToGrid="0">
      <p:cViewPr>
        <p:scale>
          <a:sx n="25" d="100"/>
          <a:sy n="25" d="100"/>
        </p:scale>
        <p:origin x="3870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65E86-5DB4-4BE1-8788-4E3134716E2D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4132A-D244-48EA-B659-2A16CD28C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42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132A-D244-48EA-B659-2A16CD28CA1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032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567AF-EE8B-CC2D-37C8-ED029E25D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3EA80F-978C-453E-C842-2AD815EC3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C1DC1B-78B4-84DC-D3D0-50CB603D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3EF87-4A5D-9B49-0B45-2DB5D9F0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3AE077-CAA5-A471-EB4F-E64AAC2A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66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5A983-12EF-7C3B-1540-2FADEFB8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0853C-09E9-0DFE-111F-453E6F553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0E654-A915-BFB4-7810-B3EA52AC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A06705-69EC-FDFE-2E36-0AFFB0D86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78B6C-3430-0D34-7A5B-D8392D9C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30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AAEB7-6673-B992-311E-56C9375E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2A5A5C-7132-7923-6BE4-D5BAA16AB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0CEEC-F87D-112F-2F10-3776A0F6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4DDB81-49B8-3E30-80F8-906B242B7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DCAEE0-D94F-2B6D-3A63-FCA4A27FF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17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0215B-263E-A6D8-A302-13B3E920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D0E79-8ED3-5393-322D-D4EC06626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CD7108-E3FC-ED7D-5F9D-9186A16A7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09C10D-B702-2693-561E-2B60E471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85DEF5-DBB6-5681-5771-5DA3FE76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8A9926-544E-31FC-BD2A-E0E22BF6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01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B5C2A-0377-F46E-BE7A-E73409B22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710258-5A6B-3230-D737-05E60D77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9D9B89-0942-2F1C-720C-DA152E411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4E5E9C-D84F-EADE-7546-055F23D7A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BA545E-9845-445D-6E1B-0CCD73210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DB1056-9403-8DE0-BE68-207E43B7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C407F9-B9C6-D417-AFE6-7B0E80E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0E127E-53D3-86C7-5F08-D9412CEB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5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31A92-4A97-E7CE-79DF-FDF39E6B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65D746-1914-8789-BE02-ACC40B0A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5657B3-D35F-3D40-EF02-9E306269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129AE2-E8FE-67A4-D653-CDB3B3F5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10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28A395-1555-FA9B-74D4-B28A4D40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BD29D0-B90B-18E3-C4CD-0D275C694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6C223-8B90-D3C1-7889-DBE543F0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72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CED35-52F7-7AE4-8C2E-30CD13CD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D1903F-D11D-9E64-E001-2EAEB49F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089646-C5DA-A20C-9AC2-543BD7542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F0E11-87BA-E679-31AD-6D152418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54AADC-FAA4-5B66-EBD3-8617E33B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BD1A1F-A145-347B-F8E9-E2A8FD45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4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98828-5249-A64B-F184-06FE2DFB9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451B4C-D40C-8D6B-7468-E9F2D08C8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0672B1-80FC-6234-8168-29D745218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09ED29-10EF-AF49-BD69-939645920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50F586-504F-3B7A-D1AD-09879B4D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DD651-B9FB-B534-68EA-F60ACCE7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149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6EE4C-0218-C5BA-B808-19ECB3EB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2B0A8E-AB1F-764C-C956-2925EC1D3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80918-689D-755E-462D-2631329D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1F508C-ED33-9ED7-1A68-1594D6FB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1BB6D0-E78D-1FBD-3CB1-0CF598FC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74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13C644-D78B-1996-2F37-49483A427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59F4E0-EFB0-1418-5615-6DE591547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F50248-D06A-0715-12E6-D2374943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8B09C-BEE0-77CD-14B9-71E4BC5D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7F7E29-1286-AB8F-2778-CA6E0560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4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1EBBC48-8FE6-A6DE-9A9C-CF035EF1F8EE}"/>
              </a:ext>
            </a:extLst>
          </p:cNvPr>
          <p:cNvSpPr/>
          <p:nvPr userDrawn="1"/>
        </p:nvSpPr>
        <p:spPr>
          <a:xfrm>
            <a:off x="-6419850" y="-4114800"/>
            <a:ext cx="26327100" cy="15830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011506-B7FB-FE43-1D15-18768421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6F105-F5AD-770B-B56E-FC06EFCFC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5D60-744F-4BD2-7B0E-2C490B72F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8A37F-BBB7-4EF7-A1BF-59E919AB00C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D7FB84-33A6-B331-BDA7-18F6471E2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3986B4-B2D1-E74C-3BEF-B7E423A0D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0D27D-6474-4635-A67A-A3D7E7413B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91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F80CDFCC-8573-939A-3B45-D6C746FCDFF3}"/>
              </a:ext>
            </a:extLst>
          </p:cNvPr>
          <p:cNvGrpSpPr/>
          <p:nvPr/>
        </p:nvGrpSpPr>
        <p:grpSpPr>
          <a:xfrm>
            <a:off x="5371464" y="-1860735"/>
            <a:ext cx="923925" cy="590550"/>
            <a:chOff x="-1" y="0"/>
            <a:chExt cx="923926" cy="59055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62269C1-F520-9F41-79B1-63C0FF6E36B7}"/>
                </a:ext>
              </a:extLst>
            </p:cNvPr>
            <p:cNvSpPr/>
            <p:nvPr/>
          </p:nvSpPr>
          <p:spPr>
            <a:xfrm>
              <a:off x="0" y="0"/>
              <a:ext cx="923925" cy="5905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FAD68A56-DC34-6CE8-507D-CDE24AEA657C}"/>
                </a:ext>
              </a:extLst>
            </p:cNvPr>
            <p:cNvSpPr txBox="1"/>
            <p:nvPr/>
          </p:nvSpPr>
          <p:spPr>
            <a:xfrm>
              <a:off x="-1" y="133350"/>
              <a:ext cx="923925" cy="42862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시스템 명칭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1D36EA7-FC80-2F49-0F47-C9AFFE7A1DF2}"/>
              </a:ext>
            </a:extLst>
          </p:cNvPr>
          <p:cNvGrpSpPr/>
          <p:nvPr/>
        </p:nvGrpSpPr>
        <p:grpSpPr>
          <a:xfrm>
            <a:off x="2563927" y="-2222685"/>
            <a:ext cx="923290" cy="1133475"/>
            <a:chOff x="-46990" y="0"/>
            <a:chExt cx="923290" cy="1133475"/>
          </a:xfrm>
        </p:grpSpPr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EFC80F78-C1A4-A672-8289-770131E3C811}"/>
                </a:ext>
              </a:extLst>
            </p:cNvPr>
            <p:cNvSpPr/>
            <p:nvPr/>
          </p:nvSpPr>
          <p:spPr>
            <a:xfrm>
              <a:off x="104775" y="0"/>
              <a:ext cx="610236" cy="1133475"/>
            </a:xfrm>
            <a:custGeom>
              <a:avLst/>
              <a:gdLst>
                <a:gd name="connsiteX0" fmla="*/ 279400 w 555625"/>
                <a:gd name="connsiteY0" fmla="*/ 0 h 1078865"/>
                <a:gd name="connsiteX1" fmla="*/ 555625 w 555625"/>
                <a:gd name="connsiteY1" fmla="*/ 266700 h 1078865"/>
                <a:gd name="connsiteX2" fmla="*/ 508450 w 555625"/>
                <a:gd name="connsiteY2" fmla="*/ 415814 h 1078865"/>
                <a:gd name="connsiteX3" fmla="*/ 496896 w 555625"/>
                <a:gd name="connsiteY3" fmla="*/ 429336 h 1078865"/>
                <a:gd name="connsiteX4" fmla="*/ 525482 w 555625"/>
                <a:gd name="connsiteY4" fmla="*/ 448609 h 1078865"/>
                <a:gd name="connsiteX5" fmla="*/ 552450 w 555625"/>
                <a:gd name="connsiteY5" fmla="*/ 513717 h 1078865"/>
                <a:gd name="connsiteX6" fmla="*/ 552450 w 555625"/>
                <a:gd name="connsiteY6" fmla="*/ 986788 h 1078865"/>
                <a:gd name="connsiteX7" fmla="*/ 460373 w 555625"/>
                <a:gd name="connsiteY7" fmla="*/ 1078865 h 1078865"/>
                <a:gd name="connsiteX8" fmla="*/ 92077 w 555625"/>
                <a:gd name="connsiteY8" fmla="*/ 1078865 h 1078865"/>
                <a:gd name="connsiteX9" fmla="*/ 0 w 555625"/>
                <a:gd name="connsiteY9" fmla="*/ 986788 h 1078865"/>
                <a:gd name="connsiteX10" fmla="*/ 0 w 555625"/>
                <a:gd name="connsiteY10" fmla="*/ 513717 h 1078865"/>
                <a:gd name="connsiteX11" fmla="*/ 56237 w 555625"/>
                <a:gd name="connsiteY11" fmla="*/ 428876 h 1078865"/>
                <a:gd name="connsiteX12" fmla="*/ 60736 w 555625"/>
                <a:gd name="connsiteY12" fmla="*/ 427968 h 1078865"/>
                <a:gd name="connsiteX13" fmla="*/ 50350 w 555625"/>
                <a:gd name="connsiteY13" fmla="*/ 415814 h 1078865"/>
                <a:gd name="connsiteX14" fmla="*/ 3175 w 555625"/>
                <a:gd name="connsiteY14" fmla="*/ 266700 h 1078865"/>
                <a:gd name="connsiteX15" fmla="*/ 279400 w 555625"/>
                <a:gd name="connsiteY15" fmla="*/ 0 h 10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625" h="1078865">
                  <a:moveTo>
                    <a:pt x="279400" y="0"/>
                  </a:moveTo>
                  <a:cubicBezTo>
                    <a:pt x="431955" y="0"/>
                    <a:pt x="555625" y="119406"/>
                    <a:pt x="555625" y="266700"/>
                  </a:cubicBezTo>
                  <a:cubicBezTo>
                    <a:pt x="555625" y="321935"/>
                    <a:pt x="538234" y="373249"/>
                    <a:pt x="508450" y="415814"/>
                  </a:cubicBezTo>
                  <a:lnTo>
                    <a:pt x="496896" y="429336"/>
                  </a:lnTo>
                  <a:lnTo>
                    <a:pt x="525482" y="448609"/>
                  </a:lnTo>
                  <a:cubicBezTo>
                    <a:pt x="542144" y="465271"/>
                    <a:pt x="552450" y="488291"/>
                    <a:pt x="552450" y="513717"/>
                  </a:cubicBezTo>
                  <a:lnTo>
                    <a:pt x="552450" y="986788"/>
                  </a:lnTo>
                  <a:cubicBezTo>
                    <a:pt x="552450" y="1037641"/>
                    <a:pt x="511226" y="1078865"/>
                    <a:pt x="460373" y="1078865"/>
                  </a:cubicBezTo>
                  <a:lnTo>
                    <a:pt x="92077" y="1078865"/>
                  </a:lnTo>
                  <a:cubicBezTo>
                    <a:pt x="41224" y="1078865"/>
                    <a:pt x="0" y="1037641"/>
                    <a:pt x="0" y="986788"/>
                  </a:cubicBezTo>
                  <a:lnTo>
                    <a:pt x="0" y="513717"/>
                  </a:lnTo>
                  <a:cubicBezTo>
                    <a:pt x="0" y="475577"/>
                    <a:pt x="23189" y="442854"/>
                    <a:pt x="56237" y="428876"/>
                  </a:cubicBezTo>
                  <a:lnTo>
                    <a:pt x="60736" y="427968"/>
                  </a:lnTo>
                  <a:lnTo>
                    <a:pt x="50350" y="415814"/>
                  </a:lnTo>
                  <a:cubicBezTo>
                    <a:pt x="20566" y="373249"/>
                    <a:pt x="3175" y="321935"/>
                    <a:pt x="3175" y="266700"/>
                  </a:cubicBezTo>
                  <a:cubicBezTo>
                    <a:pt x="3175" y="119406"/>
                    <a:pt x="126845" y="0"/>
                    <a:pt x="27940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4" name="Text Box 2">
              <a:extLst>
                <a:ext uri="{FF2B5EF4-FFF2-40B4-BE49-F238E27FC236}">
                  <a16:creationId xmlns:a16="http://schemas.microsoft.com/office/drawing/2014/main" id="{80D54752-D542-BB47-B86A-121848BDDE23}"/>
                </a:ext>
              </a:extLst>
            </p:cNvPr>
            <p:cNvSpPr txBox="1"/>
            <p:nvPr/>
          </p:nvSpPr>
          <p:spPr>
            <a:xfrm>
              <a:off x="-46990" y="523875"/>
              <a:ext cx="923290" cy="42862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액터 명칭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4BC211A-7818-DA7D-90DC-5099EEFC5560}"/>
              </a:ext>
            </a:extLst>
          </p:cNvPr>
          <p:cNvGrpSpPr/>
          <p:nvPr/>
        </p:nvGrpSpPr>
        <p:grpSpPr>
          <a:xfrm>
            <a:off x="8570998" y="-1989323"/>
            <a:ext cx="1285875" cy="847725"/>
            <a:chOff x="0" y="0"/>
            <a:chExt cx="1285875" cy="847725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3893EDC-91A6-0495-8051-DCE13F3AD807}"/>
                </a:ext>
              </a:extLst>
            </p:cNvPr>
            <p:cNvSpPr/>
            <p:nvPr/>
          </p:nvSpPr>
          <p:spPr>
            <a:xfrm>
              <a:off x="0" y="0"/>
              <a:ext cx="1285875" cy="8477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17" name="Text Box 2">
              <a:extLst>
                <a:ext uri="{FF2B5EF4-FFF2-40B4-BE49-F238E27FC236}">
                  <a16:creationId xmlns:a16="http://schemas.microsoft.com/office/drawing/2014/main" id="{DD38F772-E47E-6C66-498F-C075393414F4}"/>
                </a:ext>
              </a:extLst>
            </p:cNvPr>
            <p:cNvSpPr txBox="1"/>
            <p:nvPr/>
          </p:nvSpPr>
          <p:spPr>
            <a:xfrm>
              <a:off x="18415" y="266700"/>
              <a:ext cx="1267460" cy="42862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유스케이스 명칭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2CEDA90-77B7-63E9-0A55-9073625816B8}"/>
              </a:ext>
            </a:extLst>
          </p:cNvPr>
          <p:cNvGrpSpPr/>
          <p:nvPr/>
        </p:nvGrpSpPr>
        <p:grpSpPr>
          <a:xfrm>
            <a:off x="-1986717" y="1233551"/>
            <a:ext cx="15525670" cy="10190312"/>
            <a:chOff x="-1986717" y="1233551"/>
            <a:chExt cx="15525670" cy="10190312"/>
          </a:xfrm>
        </p:grpSpPr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633F6903-74B1-D5C9-2624-41BC6A569571}"/>
                </a:ext>
              </a:extLst>
            </p:cNvPr>
            <p:cNvCxnSpPr>
              <a:cxnSpLocks/>
              <a:stCxn id="23" idx="3"/>
              <a:endCxn id="44" idx="1"/>
            </p:cNvCxnSpPr>
            <p:nvPr/>
          </p:nvCxnSpPr>
          <p:spPr>
            <a:xfrm flipV="1">
              <a:off x="-1063427" y="2503982"/>
              <a:ext cx="5879474" cy="81209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2">
              <a:extLst>
                <a:ext uri="{FF2B5EF4-FFF2-40B4-BE49-F238E27FC236}">
                  <a16:creationId xmlns:a16="http://schemas.microsoft.com/office/drawing/2014/main" id="{5C8EC392-13C4-BC25-5E3E-7EFF60D73121}"/>
                </a:ext>
              </a:extLst>
            </p:cNvPr>
            <p:cNvSpPr txBox="1"/>
            <p:nvPr/>
          </p:nvSpPr>
          <p:spPr>
            <a:xfrm>
              <a:off x="2372193" y="2639513"/>
              <a:ext cx="739776" cy="314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이동 조작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0A0F000-605C-6B0F-BEFB-C293C501E310}"/>
                </a:ext>
              </a:extLst>
            </p:cNvPr>
            <p:cNvGrpSpPr/>
            <p:nvPr/>
          </p:nvGrpSpPr>
          <p:grpSpPr>
            <a:xfrm>
              <a:off x="-1986717" y="2577884"/>
              <a:ext cx="923290" cy="1133475"/>
              <a:chOff x="-46990" y="0"/>
              <a:chExt cx="923290" cy="1133475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EE251AA5-5767-FD99-0B19-619EE1A4851B}"/>
                  </a:ext>
                </a:extLst>
              </p:cNvPr>
              <p:cNvSpPr/>
              <p:nvPr/>
            </p:nvSpPr>
            <p:spPr>
              <a:xfrm>
                <a:off x="104775" y="0"/>
                <a:ext cx="610236" cy="1133475"/>
              </a:xfrm>
              <a:custGeom>
                <a:avLst/>
                <a:gdLst>
                  <a:gd name="connsiteX0" fmla="*/ 279400 w 555625"/>
                  <a:gd name="connsiteY0" fmla="*/ 0 h 1078865"/>
                  <a:gd name="connsiteX1" fmla="*/ 555625 w 555625"/>
                  <a:gd name="connsiteY1" fmla="*/ 266700 h 1078865"/>
                  <a:gd name="connsiteX2" fmla="*/ 508450 w 555625"/>
                  <a:gd name="connsiteY2" fmla="*/ 415814 h 1078865"/>
                  <a:gd name="connsiteX3" fmla="*/ 496896 w 555625"/>
                  <a:gd name="connsiteY3" fmla="*/ 429336 h 1078865"/>
                  <a:gd name="connsiteX4" fmla="*/ 525482 w 555625"/>
                  <a:gd name="connsiteY4" fmla="*/ 448609 h 1078865"/>
                  <a:gd name="connsiteX5" fmla="*/ 552450 w 555625"/>
                  <a:gd name="connsiteY5" fmla="*/ 513717 h 1078865"/>
                  <a:gd name="connsiteX6" fmla="*/ 552450 w 555625"/>
                  <a:gd name="connsiteY6" fmla="*/ 986788 h 1078865"/>
                  <a:gd name="connsiteX7" fmla="*/ 460373 w 555625"/>
                  <a:gd name="connsiteY7" fmla="*/ 1078865 h 1078865"/>
                  <a:gd name="connsiteX8" fmla="*/ 92077 w 555625"/>
                  <a:gd name="connsiteY8" fmla="*/ 1078865 h 1078865"/>
                  <a:gd name="connsiteX9" fmla="*/ 0 w 555625"/>
                  <a:gd name="connsiteY9" fmla="*/ 986788 h 1078865"/>
                  <a:gd name="connsiteX10" fmla="*/ 0 w 555625"/>
                  <a:gd name="connsiteY10" fmla="*/ 513717 h 1078865"/>
                  <a:gd name="connsiteX11" fmla="*/ 56237 w 555625"/>
                  <a:gd name="connsiteY11" fmla="*/ 428876 h 1078865"/>
                  <a:gd name="connsiteX12" fmla="*/ 60736 w 555625"/>
                  <a:gd name="connsiteY12" fmla="*/ 427968 h 1078865"/>
                  <a:gd name="connsiteX13" fmla="*/ 50350 w 555625"/>
                  <a:gd name="connsiteY13" fmla="*/ 415814 h 1078865"/>
                  <a:gd name="connsiteX14" fmla="*/ 3175 w 555625"/>
                  <a:gd name="connsiteY14" fmla="*/ 266700 h 1078865"/>
                  <a:gd name="connsiteX15" fmla="*/ 279400 w 555625"/>
                  <a:gd name="connsiteY15" fmla="*/ 0 h 1078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5625" h="1078865">
                    <a:moveTo>
                      <a:pt x="279400" y="0"/>
                    </a:moveTo>
                    <a:cubicBezTo>
                      <a:pt x="431955" y="0"/>
                      <a:pt x="555625" y="119406"/>
                      <a:pt x="555625" y="266700"/>
                    </a:cubicBezTo>
                    <a:cubicBezTo>
                      <a:pt x="555625" y="321935"/>
                      <a:pt x="538234" y="373249"/>
                      <a:pt x="508450" y="415814"/>
                    </a:cubicBezTo>
                    <a:lnTo>
                      <a:pt x="496896" y="429336"/>
                    </a:lnTo>
                    <a:lnTo>
                      <a:pt x="525482" y="448609"/>
                    </a:lnTo>
                    <a:cubicBezTo>
                      <a:pt x="542144" y="465271"/>
                      <a:pt x="552450" y="488291"/>
                      <a:pt x="552450" y="513717"/>
                    </a:cubicBezTo>
                    <a:lnTo>
                      <a:pt x="552450" y="986788"/>
                    </a:lnTo>
                    <a:cubicBezTo>
                      <a:pt x="552450" y="1037641"/>
                      <a:pt x="511226" y="1078865"/>
                      <a:pt x="460373" y="1078865"/>
                    </a:cubicBezTo>
                    <a:lnTo>
                      <a:pt x="92077" y="1078865"/>
                    </a:lnTo>
                    <a:cubicBezTo>
                      <a:pt x="41224" y="1078865"/>
                      <a:pt x="0" y="1037641"/>
                      <a:pt x="0" y="986788"/>
                    </a:cubicBezTo>
                    <a:lnTo>
                      <a:pt x="0" y="513717"/>
                    </a:lnTo>
                    <a:cubicBezTo>
                      <a:pt x="0" y="475577"/>
                      <a:pt x="23189" y="442854"/>
                      <a:pt x="56237" y="428876"/>
                    </a:cubicBezTo>
                    <a:lnTo>
                      <a:pt x="60736" y="427968"/>
                    </a:lnTo>
                    <a:lnTo>
                      <a:pt x="50350" y="415814"/>
                    </a:lnTo>
                    <a:cubicBezTo>
                      <a:pt x="20566" y="373249"/>
                      <a:pt x="3175" y="321935"/>
                      <a:pt x="3175" y="266700"/>
                    </a:cubicBezTo>
                    <a:cubicBezTo>
                      <a:pt x="3175" y="119406"/>
                      <a:pt x="126845" y="0"/>
                      <a:pt x="27940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3" name="Text Box 2">
                <a:extLst>
                  <a:ext uri="{FF2B5EF4-FFF2-40B4-BE49-F238E27FC236}">
                    <a16:creationId xmlns:a16="http://schemas.microsoft.com/office/drawing/2014/main" id="{FE8A8D8B-57FC-DDE6-D9E2-E4F6697887AA}"/>
                  </a:ext>
                </a:extLst>
              </p:cNvPr>
              <p:cNvSpPr txBox="1"/>
              <p:nvPr/>
            </p:nvSpPr>
            <p:spPr>
              <a:xfrm>
                <a:off x="-46990" y="523875"/>
                <a:ext cx="92329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플레이어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E28D282-4336-A463-7378-8E8A97A66963}"/>
                </a:ext>
              </a:extLst>
            </p:cNvPr>
            <p:cNvGrpSpPr/>
            <p:nvPr/>
          </p:nvGrpSpPr>
          <p:grpSpPr>
            <a:xfrm>
              <a:off x="10648952" y="2530222"/>
              <a:ext cx="923290" cy="1133475"/>
              <a:chOff x="-46990" y="0"/>
              <a:chExt cx="923290" cy="1133475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78145258-D7BC-DE66-C1EA-CD5FB81281C0}"/>
                  </a:ext>
                </a:extLst>
              </p:cNvPr>
              <p:cNvSpPr/>
              <p:nvPr/>
            </p:nvSpPr>
            <p:spPr>
              <a:xfrm>
                <a:off x="104775" y="0"/>
                <a:ext cx="610236" cy="1133475"/>
              </a:xfrm>
              <a:custGeom>
                <a:avLst/>
                <a:gdLst>
                  <a:gd name="connsiteX0" fmla="*/ 279400 w 555625"/>
                  <a:gd name="connsiteY0" fmla="*/ 0 h 1078865"/>
                  <a:gd name="connsiteX1" fmla="*/ 555625 w 555625"/>
                  <a:gd name="connsiteY1" fmla="*/ 266700 h 1078865"/>
                  <a:gd name="connsiteX2" fmla="*/ 508450 w 555625"/>
                  <a:gd name="connsiteY2" fmla="*/ 415814 h 1078865"/>
                  <a:gd name="connsiteX3" fmla="*/ 496896 w 555625"/>
                  <a:gd name="connsiteY3" fmla="*/ 429336 h 1078865"/>
                  <a:gd name="connsiteX4" fmla="*/ 525482 w 555625"/>
                  <a:gd name="connsiteY4" fmla="*/ 448609 h 1078865"/>
                  <a:gd name="connsiteX5" fmla="*/ 552450 w 555625"/>
                  <a:gd name="connsiteY5" fmla="*/ 513717 h 1078865"/>
                  <a:gd name="connsiteX6" fmla="*/ 552450 w 555625"/>
                  <a:gd name="connsiteY6" fmla="*/ 986788 h 1078865"/>
                  <a:gd name="connsiteX7" fmla="*/ 460373 w 555625"/>
                  <a:gd name="connsiteY7" fmla="*/ 1078865 h 1078865"/>
                  <a:gd name="connsiteX8" fmla="*/ 92077 w 555625"/>
                  <a:gd name="connsiteY8" fmla="*/ 1078865 h 1078865"/>
                  <a:gd name="connsiteX9" fmla="*/ 0 w 555625"/>
                  <a:gd name="connsiteY9" fmla="*/ 986788 h 1078865"/>
                  <a:gd name="connsiteX10" fmla="*/ 0 w 555625"/>
                  <a:gd name="connsiteY10" fmla="*/ 513717 h 1078865"/>
                  <a:gd name="connsiteX11" fmla="*/ 56237 w 555625"/>
                  <a:gd name="connsiteY11" fmla="*/ 428876 h 1078865"/>
                  <a:gd name="connsiteX12" fmla="*/ 60736 w 555625"/>
                  <a:gd name="connsiteY12" fmla="*/ 427968 h 1078865"/>
                  <a:gd name="connsiteX13" fmla="*/ 50350 w 555625"/>
                  <a:gd name="connsiteY13" fmla="*/ 415814 h 1078865"/>
                  <a:gd name="connsiteX14" fmla="*/ 3175 w 555625"/>
                  <a:gd name="connsiteY14" fmla="*/ 266700 h 1078865"/>
                  <a:gd name="connsiteX15" fmla="*/ 279400 w 555625"/>
                  <a:gd name="connsiteY15" fmla="*/ 0 h 1078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5625" h="1078865">
                    <a:moveTo>
                      <a:pt x="279400" y="0"/>
                    </a:moveTo>
                    <a:cubicBezTo>
                      <a:pt x="431955" y="0"/>
                      <a:pt x="555625" y="119406"/>
                      <a:pt x="555625" y="266700"/>
                    </a:cubicBezTo>
                    <a:cubicBezTo>
                      <a:pt x="555625" y="321935"/>
                      <a:pt x="538234" y="373249"/>
                      <a:pt x="508450" y="415814"/>
                    </a:cubicBezTo>
                    <a:lnTo>
                      <a:pt x="496896" y="429336"/>
                    </a:lnTo>
                    <a:lnTo>
                      <a:pt x="525482" y="448609"/>
                    </a:lnTo>
                    <a:cubicBezTo>
                      <a:pt x="542144" y="465271"/>
                      <a:pt x="552450" y="488291"/>
                      <a:pt x="552450" y="513717"/>
                    </a:cubicBezTo>
                    <a:lnTo>
                      <a:pt x="552450" y="986788"/>
                    </a:lnTo>
                    <a:cubicBezTo>
                      <a:pt x="552450" y="1037641"/>
                      <a:pt x="511226" y="1078865"/>
                      <a:pt x="460373" y="1078865"/>
                    </a:cubicBezTo>
                    <a:lnTo>
                      <a:pt x="92077" y="1078865"/>
                    </a:lnTo>
                    <a:cubicBezTo>
                      <a:pt x="41224" y="1078865"/>
                      <a:pt x="0" y="1037641"/>
                      <a:pt x="0" y="986788"/>
                    </a:cubicBezTo>
                    <a:lnTo>
                      <a:pt x="0" y="513717"/>
                    </a:lnTo>
                    <a:cubicBezTo>
                      <a:pt x="0" y="475577"/>
                      <a:pt x="23189" y="442854"/>
                      <a:pt x="56237" y="428876"/>
                    </a:cubicBezTo>
                    <a:lnTo>
                      <a:pt x="60736" y="427968"/>
                    </a:lnTo>
                    <a:lnTo>
                      <a:pt x="50350" y="415814"/>
                    </a:lnTo>
                    <a:cubicBezTo>
                      <a:pt x="20566" y="373249"/>
                      <a:pt x="3175" y="321935"/>
                      <a:pt x="3175" y="266700"/>
                    </a:cubicBezTo>
                    <a:cubicBezTo>
                      <a:pt x="3175" y="119406"/>
                      <a:pt x="126845" y="0"/>
                      <a:pt x="27940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6" name="Text Box 2">
                <a:extLst>
                  <a:ext uri="{FF2B5EF4-FFF2-40B4-BE49-F238E27FC236}">
                    <a16:creationId xmlns:a16="http://schemas.microsoft.com/office/drawing/2014/main" id="{7DCB9484-ACC6-AC08-502E-39DE4994610D}"/>
                  </a:ext>
                </a:extLst>
              </p:cNvPr>
              <p:cNvSpPr txBox="1"/>
              <p:nvPr/>
            </p:nvSpPr>
            <p:spPr>
              <a:xfrm>
                <a:off x="-46990" y="523875"/>
                <a:ext cx="92329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몬스터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25D7E5C6-E910-72FD-A2F9-7462A6EDD837}"/>
                </a:ext>
              </a:extLst>
            </p:cNvPr>
            <p:cNvGrpSpPr/>
            <p:nvPr/>
          </p:nvGrpSpPr>
          <p:grpSpPr>
            <a:xfrm>
              <a:off x="3020810" y="2954934"/>
              <a:ext cx="1285875" cy="847725"/>
              <a:chOff x="0" y="0"/>
              <a:chExt cx="1285875" cy="847725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9914EC3E-D3D5-10B1-DB56-5854F1553461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2" name="Text Box 2">
                <a:extLst>
                  <a:ext uri="{FF2B5EF4-FFF2-40B4-BE49-F238E27FC236}">
                    <a16:creationId xmlns:a16="http://schemas.microsoft.com/office/drawing/2014/main" id="{14476C98-6D9A-EFE5-C2BB-0C07C5F5CCFD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공격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537421B-166D-83B7-80BC-67C0086796BE}"/>
                </a:ext>
              </a:extLst>
            </p:cNvPr>
            <p:cNvGrpSpPr/>
            <p:nvPr/>
          </p:nvGrpSpPr>
          <p:grpSpPr>
            <a:xfrm>
              <a:off x="2354890" y="6167511"/>
              <a:ext cx="1285875" cy="847725"/>
              <a:chOff x="0" y="0"/>
              <a:chExt cx="1285875" cy="847725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2023AAF7-D200-065E-A831-ABD393212FD3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5" name="Text Box 2">
                <a:extLst>
                  <a:ext uri="{FF2B5EF4-FFF2-40B4-BE49-F238E27FC236}">
                    <a16:creationId xmlns:a16="http://schemas.microsoft.com/office/drawing/2014/main" id="{566F661A-2F6E-F0DE-92AF-1B3716C18656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방어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6440D9D-8D9D-F35C-0A0C-D7EBD1D6226F}"/>
                </a:ext>
              </a:extLst>
            </p:cNvPr>
            <p:cNvGrpSpPr/>
            <p:nvPr/>
          </p:nvGrpSpPr>
          <p:grpSpPr>
            <a:xfrm>
              <a:off x="12163380" y="6353249"/>
              <a:ext cx="1235822" cy="590550"/>
              <a:chOff x="-1" y="0"/>
              <a:chExt cx="923926" cy="590550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1BC2AAA-14FA-3EBB-E76F-F71FF92A661E}"/>
                  </a:ext>
                </a:extLst>
              </p:cNvPr>
              <p:cNvSpPr/>
              <p:nvPr/>
            </p:nvSpPr>
            <p:spPr>
              <a:xfrm>
                <a:off x="0" y="0"/>
                <a:ext cx="923925" cy="5905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38" name="Text Box 2">
                <a:extLst>
                  <a:ext uri="{FF2B5EF4-FFF2-40B4-BE49-F238E27FC236}">
                    <a16:creationId xmlns:a16="http://schemas.microsoft.com/office/drawing/2014/main" id="{D071388D-9686-F5B4-6B67-ADC324F4B6B3}"/>
                  </a:ext>
                </a:extLst>
              </p:cNvPr>
              <p:cNvSpPr txBox="1"/>
              <p:nvPr/>
            </p:nvSpPr>
            <p:spPr>
              <a:xfrm>
                <a:off x="-1" y="133350"/>
                <a:ext cx="923925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사운드 매니저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7BB99AE0-4334-C608-E5C5-F6D005045925}"/>
                </a:ext>
              </a:extLst>
            </p:cNvPr>
            <p:cNvGrpSpPr/>
            <p:nvPr/>
          </p:nvGrpSpPr>
          <p:grpSpPr>
            <a:xfrm>
              <a:off x="-473075" y="6566452"/>
              <a:ext cx="1285875" cy="847725"/>
              <a:chOff x="0" y="0"/>
              <a:chExt cx="1285875" cy="847725"/>
            </a:xfrm>
          </p:grpSpPr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AA5BAB3D-5096-8395-0D56-F98D4FA80CDC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1" name="Text Box 2">
                <a:extLst>
                  <a:ext uri="{FF2B5EF4-FFF2-40B4-BE49-F238E27FC236}">
                    <a16:creationId xmlns:a16="http://schemas.microsoft.com/office/drawing/2014/main" id="{2EFF2793-F7F3-14FB-77AA-44B89DE18A3A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자동 방어 변경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4C263D07-869D-B2B8-E282-440EB55E706B}"/>
                </a:ext>
              </a:extLst>
            </p:cNvPr>
            <p:cNvGrpSpPr/>
            <p:nvPr/>
          </p:nvGrpSpPr>
          <p:grpSpPr>
            <a:xfrm>
              <a:off x="4797632" y="2022969"/>
              <a:ext cx="1285875" cy="847725"/>
              <a:chOff x="0" y="0"/>
              <a:chExt cx="1285875" cy="847725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BCFE6FCE-4648-0BB5-853F-935E1D15DAA4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4" name="Text Box 2">
                <a:extLst>
                  <a:ext uri="{FF2B5EF4-FFF2-40B4-BE49-F238E27FC236}">
                    <a16:creationId xmlns:a16="http://schemas.microsoft.com/office/drawing/2014/main" id="{656A6870-DED1-6A68-7805-72A801E86B36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이동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8BCF5939-FD6A-294F-5ADA-F1A1EC38FB70}"/>
                </a:ext>
              </a:extLst>
            </p:cNvPr>
            <p:cNvGrpSpPr/>
            <p:nvPr/>
          </p:nvGrpSpPr>
          <p:grpSpPr>
            <a:xfrm>
              <a:off x="8120643" y="2804572"/>
              <a:ext cx="1285875" cy="847725"/>
              <a:chOff x="0" y="0"/>
              <a:chExt cx="1285875" cy="847725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74559679-D315-ADB3-34EB-66BC99F629AD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7" name="Text Box 2">
                <a:extLst>
                  <a:ext uri="{FF2B5EF4-FFF2-40B4-BE49-F238E27FC236}">
                    <a16:creationId xmlns:a16="http://schemas.microsoft.com/office/drawing/2014/main" id="{140222DF-E26B-4DEA-D806-87F1E7A8B7ED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패턴 결정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54ACD2F-7C61-90C0-870B-5F5FCB421CF7}"/>
                </a:ext>
              </a:extLst>
            </p:cNvPr>
            <p:cNvGrpSpPr/>
            <p:nvPr/>
          </p:nvGrpSpPr>
          <p:grpSpPr>
            <a:xfrm>
              <a:off x="6971868" y="7366547"/>
              <a:ext cx="1285875" cy="590550"/>
              <a:chOff x="-1" y="0"/>
              <a:chExt cx="923926" cy="590550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5C639952-A3F0-D5FD-FAC2-7B3A012216D5}"/>
                  </a:ext>
                </a:extLst>
              </p:cNvPr>
              <p:cNvSpPr/>
              <p:nvPr/>
            </p:nvSpPr>
            <p:spPr>
              <a:xfrm>
                <a:off x="0" y="0"/>
                <a:ext cx="923925" cy="5905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50" name="Text Box 2">
                <a:extLst>
                  <a:ext uri="{FF2B5EF4-FFF2-40B4-BE49-F238E27FC236}">
                    <a16:creationId xmlns:a16="http://schemas.microsoft.com/office/drawing/2014/main" id="{9E8D8730-F5ED-D3C4-35FA-39ED7C32A8B7}"/>
                  </a:ext>
                </a:extLst>
              </p:cNvPr>
              <p:cNvSpPr txBox="1"/>
              <p:nvPr/>
            </p:nvSpPr>
            <p:spPr>
              <a:xfrm>
                <a:off x="-1" y="133350"/>
                <a:ext cx="923925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플레이어 컨트롤러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3C7BF9A5-3D68-2E41-282F-9884CC64B1C3}"/>
                </a:ext>
              </a:extLst>
            </p:cNvPr>
            <p:cNvGrpSpPr/>
            <p:nvPr/>
          </p:nvGrpSpPr>
          <p:grpSpPr>
            <a:xfrm>
              <a:off x="8120643" y="1233551"/>
              <a:ext cx="1235821" cy="590550"/>
              <a:chOff x="0" y="0"/>
              <a:chExt cx="923925" cy="590550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B69BF750-C470-0D19-ACC3-1D15E62A0595}"/>
                  </a:ext>
                </a:extLst>
              </p:cNvPr>
              <p:cNvSpPr/>
              <p:nvPr/>
            </p:nvSpPr>
            <p:spPr>
              <a:xfrm>
                <a:off x="0" y="0"/>
                <a:ext cx="923925" cy="5905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53" name="Text Box 2">
                <a:extLst>
                  <a:ext uri="{FF2B5EF4-FFF2-40B4-BE49-F238E27FC236}">
                    <a16:creationId xmlns:a16="http://schemas.microsoft.com/office/drawing/2014/main" id="{C0DB153A-993F-4DC6-952C-C0B21D1AB434}"/>
                  </a:ext>
                </a:extLst>
              </p:cNvPr>
              <p:cNvSpPr txBox="1"/>
              <p:nvPr/>
            </p:nvSpPr>
            <p:spPr>
              <a:xfrm>
                <a:off x="0" y="77752"/>
                <a:ext cx="923925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BehaiverTree</a:t>
                </a:r>
              </a:p>
              <a:p>
                <a:pPr algn="ctr"/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및 </a:t>
                </a:r>
                <a:r>
                  <a: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BlackBoard</a:t>
                </a:r>
              </a:p>
              <a:p>
                <a:pPr algn="ctr">
                  <a:spcAft>
                    <a:spcPts val="1680"/>
                  </a:spcAft>
                </a:pP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41918D7D-B6EB-858B-29DA-29C9592E06CC}"/>
                </a:ext>
              </a:extLst>
            </p:cNvPr>
            <p:cNvCxnSpPr>
              <a:cxnSpLocks/>
              <a:stCxn id="23" idx="3"/>
              <a:endCxn id="40" idx="1"/>
            </p:cNvCxnSpPr>
            <p:nvPr/>
          </p:nvCxnSpPr>
          <p:spPr>
            <a:xfrm>
              <a:off x="-1063427" y="3316072"/>
              <a:ext cx="778664" cy="337452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2">
              <a:extLst>
                <a:ext uri="{FF2B5EF4-FFF2-40B4-BE49-F238E27FC236}">
                  <a16:creationId xmlns:a16="http://schemas.microsoft.com/office/drawing/2014/main" id="{877EB4E2-AC7E-C996-E622-C00C7A043F6E}"/>
                </a:ext>
              </a:extLst>
            </p:cNvPr>
            <p:cNvSpPr txBox="1"/>
            <p:nvPr/>
          </p:nvSpPr>
          <p:spPr>
            <a:xfrm>
              <a:off x="-1169185" y="5100701"/>
              <a:ext cx="945174" cy="4747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자동방어 등록 조작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77E849D7-5427-82D1-55E2-90ADFD61F6FD}"/>
                </a:ext>
              </a:extLst>
            </p:cNvPr>
            <p:cNvGrpSpPr/>
            <p:nvPr/>
          </p:nvGrpSpPr>
          <p:grpSpPr>
            <a:xfrm>
              <a:off x="-473075" y="8562808"/>
              <a:ext cx="1285875" cy="590550"/>
              <a:chOff x="-1" y="0"/>
              <a:chExt cx="923926" cy="590550"/>
            </a:xfrm>
          </p:grpSpPr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FA691CDC-827D-2BF5-903D-430174E57BA3}"/>
                  </a:ext>
                </a:extLst>
              </p:cNvPr>
              <p:cNvSpPr/>
              <p:nvPr/>
            </p:nvSpPr>
            <p:spPr>
              <a:xfrm>
                <a:off x="0" y="0"/>
                <a:ext cx="923925" cy="5905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63" name="Text Box 2">
                <a:extLst>
                  <a:ext uri="{FF2B5EF4-FFF2-40B4-BE49-F238E27FC236}">
                    <a16:creationId xmlns:a16="http://schemas.microsoft.com/office/drawing/2014/main" id="{B31EEAF8-B0C0-BA8C-A213-135BD148F1B5}"/>
                  </a:ext>
                </a:extLst>
              </p:cNvPr>
              <p:cNvSpPr txBox="1"/>
              <p:nvPr/>
            </p:nvSpPr>
            <p:spPr>
              <a:xfrm>
                <a:off x="-1" y="133350"/>
                <a:ext cx="923925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en-US" altLang="ko-KR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UI</a:t>
                </a:r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매니저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5A82CD26-B491-E3A5-9EEA-1427575BFC7F}"/>
                </a:ext>
              </a:extLst>
            </p:cNvPr>
            <p:cNvCxnSpPr>
              <a:cxnSpLocks/>
              <a:stCxn id="26" idx="1"/>
              <a:endCxn id="47" idx="3"/>
            </p:cNvCxnSpPr>
            <p:nvPr/>
          </p:nvCxnSpPr>
          <p:spPr>
            <a:xfrm flipH="1">
              <a:off x="9406518" y="3268410"/>
              <a:ext cx="1242434" cy="1717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 Box 2">
              <a:extLst>
                <a:ext uri="{FF2B5EF4-FFF2-40B4-BE49-F238E27FC236}">
                  <a16:creationId xmlns:a16="http://schemas.microsoft.com/office/drawing/2014/main" id="{95044E07-37C1-4E4C-5459-E7BB289CC395}"/>
                </a:ext>
              </a:extLst>
            </p:cNvPr>
            <p:cNvSpPr txBox="1"/>
            <p:nvPr/>
          </p:nvSpPr>
          <p:spPr>
            <a:xfrm>
              <a:off x="9747887" y="3144621"/>
              <a:ext cx="739776" cy="314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Tick </a:t>
              </a:r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검사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531D991A-F09E-9ACA-8FB4-7EEBB0E57D07}"/>
                </a:ext>
              </a:extLst>
            </p:cNvPr>
            <p:cNvCxnSpPr>
              <a:cxnSpLocks/>
              <a:stCxn id="52" idx="2"/>
              <a:endCxn id="46" idx="0"/>
            </p:cNvCxnSpPr>
            <p:nvPr/>
          </p:nvCxnSpPr>
          <p:spPr>
            <a:xfrm>
              <a:off x="8738554" y="1824101"/>
              <a:ext cx="25027" cy="98047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 Box 2">
              <a:extLst>
                <a:ext uri="{FF2B5EF4-FFF2-40B4-BE49-F238E27FC236}">
                  <a16:creationId xmlns:a16="http://schemas.microsoft.com/office/drawing/2014/main" id="{4B4923D5-73BD-4DEF-6037-412E1989E3A9}"/>
                </a:ext>
              </a:extLst>
            </p:cNvPr>
            <p:cNvSpPr txBox="1"/>
            <p:nvPr/>
          </p:nvSpPr>
          <p:spPr>
            <a:xfrm>
              <a:off x="8393692" y="2104771"/>
              <a:ext cx="739776" cy="4286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수행 행동</a:t>
              </a:r>
              <a:endParaRPr lang="en-US" altLang="ko-KR" sz="1000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결정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00F850F6-13ED-EE71-1A14-69751467BE0A}"/>
                </a:ext>
              </a:extLst>
            </p:cNvPr>
            <p:cNvGrpSpPr/>
            <p:nvPr/>
          </p:nvGrpSpPr>
          <p:grpSpPr>
            <a:xfrm>
              <a:off x="5134971" y="4030449"/>
              <a:ext cx="1285875" cy="847725"/>
              <a:chOff x="0" y="0"/>
              <a:chExt cx="1285875" cy="847725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53AEAC38-E83A-80C6-59C3-1BAC0FA68711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79" name="Text Box 2">
                <a:extLst>
                  <a:ext uri="{FF2B5EF4-FFF2-40B4-BE49-F238E27FC236}">
                    <a16:creationId xmlns:a16="http://schemas.microsoft.com/office/drawing/2014/main" id="{53F67E18-9D6A-0280-264D-BC903AA3D3B2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피격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B868B00A-E24A-8BAF-0678-3E972CEB9871}"/>
                </a:ext>
              </a:extLst>
            </p:cNvPr>
            <p:cNvCxnSpPr>
              <a:cxnSpLocks/>
              <a:stCxn id="23" idx="3"/>
              <a:endCxn id="32" idx="1"/>
            </p:cNvCxnSpPr>
            <p:nvPr/>
          </p:nvCxnSpPr>
          <p:spPr>
            <a:xfrm>
              <a:off x="-1063427" y="3316072"/>
              <a:ext cx="4102652" cy="11987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3997B9F5-9348-E9A5-9FE6-A6A56E6F7F80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H="1" flipV="1">
              <a:off x="1199512" y="5178492"/>
              <a:ext cx="1798316" cy="989019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549FBEAA-199A-E650-B334-DD4406085F3A}"/>
                </a:ext>
              </a:extLst>
            </p:cNvPr>
            <p:cNvCxnSpPr>
              <a:cxnSpLocks/>
              <a:stCxn id="78" idx="2"/>
              <a:endCxn id="107" idx="3"/>
            </p:cNvCxnSpPr>
            <p:nvPr/>
          </p:nvCxnSpPr>
          <p:spPr>
            <a:xfrm flipH="1">
              <a:off x="1466435" y="4454312"/>
              <a:ext cx="3668536" cy="50140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037C47DA-951F-0899-D5AD-6A104A6D8E40}"/>
                </a:ext>
              </a:extLst>
            </p:cNvPr>
            <p:cNvGrpSpPr/>
            <p:nvPr/>
          </p:nvGrpSpPr>
          <p:grpSpPr>
            <a:xfrm>
              <a:off x="8899750" y="5308733"/>
              <a:ext cx="1285875" cy="847725"/>
              <a:chOff x="0" y="0"/>
              <a:chExt cx="1285875" cy="847725"/>
            </a:xfrm>
          </p:grpSpPr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7918BAEE-6CC9-CF81-6780-59A66C804C86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02" name="Text Box 2">
                <a:extLst>
                  <a:ext uri="{FF2B5EF4-FFF2-40B4-BE49-F238E27FC236}">
                    <a16:creationId xmlns:a16="http://schemas.microsoft.com/office/drawing/2014/main" id="{DC106B7B-7AA6-E73B-5A12-E4BEDAC300F0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패턴 수행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5A6B1252-C272-3CE9-13E5-548BA343E061}"/>
                </a:ext>
              </a:extLst>
            </p:cNvPr>
            <p:cNvGrpSpPr/>
            <p:nvPr/>
          </p:nvGrpSpPr>
          <p:grpSpPr>
            <a:xfrm>
              <a:off x="230614" y="4608056"/>
              <a:ext cx="1235822" cy="590550"/>
              <a:chOff x="-1" y="0"/>
              <a:chExt cx="923926" cy="590550"/>
            </a:xfrm>
          </p:grpSpPr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A88C1D05-E837-255B-3FBA-8B68EC1D5634}"/>
                  </a:ext>
                </a:extLst>
              </p:cNvPr>
              <p:cNvSpPr/>
              <p:nvPr/>
            </p:nvSpPr>
            <p:spPr>
              <a:xfrm>
                <a:off x="0" y="0"/>
                <a:ext cx="923925" cy="5905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07" name="Text Box 2">
                <a:extLst>
                  <a:ext uri="{FF2B5EF4-FFF2-40B4-BE49-F238E27FC236}">
                    <a16:creationId xmlns:a16="http://schemas.microsoft.com/office/drawing/2014/main" id="{4471ED3B-F169-737C-E878-19F33D51AA3C}"/>
                  </a:ext>
                </a:extLst>
              </p:cNvPr>
              <p:cNvSpPr txBox="1"/>
              <p:nvPr/>
            </p:nvSpPr>
            <p:spPr>
              <a:xfrm>
                <a:off x="-1" y="133350"/>
                <a:ext cx="923925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플레이어 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Data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매니저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9" name="Text Box 2">
              <a:extLst>
                <a:ext uri="{FF2B5EF4-FFF2-40B4-BE49-F238E27FC236}">
                  <a16:creationId xmlns:a16="http://schemas.microsoft.com/office/drawing/2014/main" id="{521C26EC-39ED-01ED-B552-AF66F7FAAAA9}"/>
                </a:ext>
              </a:extLst>
            </p:cNvPr>
            <p:cNvSpPr txBox="1"/>
            <p:nvPr/>
          </p:nvSpPr>
          <p:spPr>
            <a:xfrm>
              <a:off x="1519591" y="3316172"/>
              <a:ext cx="739776" cy="314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공격 조작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4D6354C9-0358-F7DA-4D02-142E5E5F1DD3}"/>
                </a:ext>
              </a:extLst>
            </p:cNvPr>
            <p:cNvGrpSpPr/>
            <p:nvPr/>
          </p:nvGrpSpPr>
          <p:grpSpPr>
            <a:xfrm>
              <a:off x="6387611" y="5718727"/>
              <a:ext cx="1285875" cy="847725"/>
              <a:chOff x="0" y="0"/>
              <a:chExt cx="1285875" cy="847725"/>
            </a:xfrm>
          </p:grpSpPr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331B2B80-62EA-586A-9BE4-0F476C808334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16" name="Text Box 2">
                <a:extLst>
                  <a:ext uri="{FF2B5EF4-FFF2-40B4-BE49-F238E27FC236}">
                    <a16:creationId xmlns:a16="http://schemas.microsoft.com/office/drawing/2014/main" id="{9419CA86-AAC3-5F64-53F6-5435AE280601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방어 판정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7C29340D-EF7D-53CA-8D6B-AA6E0EE8DD61}"/>
                </a:ext>
              </a:extLst>
            </p:cNvPr>
            <p:cNvCxnSpPr>
              <a:cxnSpLocks/>
              <a:stCxn id="101" idx="3"/>
              <a:endCxn id="116" idx="3"/>
            </p:cNvCxnSpPr>
            <p:nvPr/>
          </p:nvCxnSpPr>
          <p:spPr>
            <a:xfrm flipH="1">
              <a:off x="7673486" y="6032312"/>
              <a:ext cx="1414576" cy="16742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 Box 2">
              <a:extLst>
                <a:ext uri="{FF2B5EF4-FFF2-40B4-BE49-F238E27FC236}">
                  <a16:creationId xmlns:a16="http://schemas.microsoft.com/office/drawing/2014/main" id="{47C773F6-2536-2714-9344-75FFE5CD5EFB}"/>
                </a:ext>
              </a:extLst>
            </p:cNvPr>
            <p:cNvSpPr txBox="1"/>
            <p:nvPr/>
          </p:nvSpPr>
          <p:spPr>
            <a:xfrm>
              <a:off x="7914547" y="5924656"/>
              <a:ext cx="739776" cy="3827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플레이어 피격 발생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26" name="직선 화살표 연결선 125">
              <a:extLst>
                <a:ext uri="{FF2B5EF4-FFF2-40B4-BE49-F238E27FC236}">
                  <a16:creationId xmlns:a16="http://schemas.microsoft.com/office/drawing/2014/main" id="{CCFD09E8-FFE3-79DD-06A5-8487A765BEFC}"/>
                </a:ext>
              </a:extLst>
            </p:cNvPr>
            <p:cNvCxnSpPr>
              <a:cxnSpLocks/>
              <a:stCxn id="116" idx="1"/>
              <a:endCxn id="35" idx="3"/>
            </p:cNvCxnSpPr>
            <p:nvPr/>
          </p:nvCxnSpPr>
          <p:spPr>
            <a:xfrm flipH="1">
              <a:off x="3640765" y="6199740"/>
              <a:ext cx="2765261" cy="448784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 Box 2">
              <a:extLst>
                <a:ext uri="{FF2B5EF4-FFF2-40B4-BE49-F238E27FC236}">
                  <a16:creationId xmlns:a16="http://schemas.microsoft.com/office/drawing/2014/main" id="{D03DAB6C-E2C4-A2CE-5385-56A6B0577992}"/>
                </a:ext>
              </a:extLst>
            </p:cNvPr>
            <p:cNvSpPr txBox="1"/>
            <p:nvPr/>
          </p:nvSpPr>
          <p:spPr>
            <a:xfrm>
              <a:off x="4306685" y="6280633"/>
              <a:ext cx="739776" cy="5784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방어 조작 및 방어 조건 충족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29" name="Text Box 2">
              <a:extLst>
                <a:ext uri="{FF2B5EF4-FFF2-40B4-BE49-F238E27FC236}">
                  <a16:creationId xmlns:a16="http://schemas.microsoft.com/office/drawing/2014/main" id="{4A2ED8C5-3590-FCC1-805B-8E9C1305077E}"/>
                </a:ext>
              </a:extLst>
            </p:cNvPr>
            <p:cNvSpPr txBox="1"/>
            <p:nvPr/>
          </p:nvSpPr>
          <p:spPr>
            <a:xfrm>
              <a:off x="2006375" y="5698561"/>
              <a:ext cx="739776" cy="2138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방어 적용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30" name="Text Box 2">
              <a:extLst>
                <a:ext uri="{FF2B5EF4-FFF2-40B4-BE49-F238E27FC236}">
                  <a16:creationId xmlns:a16="http://schemas.microsoft.com/office/drawing/2014/main" id="{85DA7AF6-96DE-28DB-6CDA-5E1EA587D79E}"/>
                </a:ext>
              </a:extLst>
            </p:cNvPr>
            <p:cNvSpPr txBox="1"/>
            <p:nvPr/>
          </p:nvSpPr>
          <p:spPr>
            <a:xfrm>
              <a:off x="3479823" y="4399877"/>
              <a:ext cx="1462929" cy="2687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플레이어 피격 적용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31" name="직선 화살표 연결선 130">
              <a:extLst>
                <a:ext uri="{FF2B5EF4-FFF2-40B4-BE49-F238E27FC236}">
                  <a16:creationId xmlns:a16="http://schemas.microsoft.com/office/drawing/2014/main" id="{60352D5E-EB07-4CF1-5872-C3A87121A50E}"/>
                </a:ext>
              </a:extLst>
            </p:cNvPr>
            <p:cNvCxnSpPr>
              <a:cxnSpLocks/>
              <a:stCxn id="32" idx="3"/>
              <a:endCxn id="78" idx="1"/>
            </p:cNvCxnSpPr>
            <p:nvPr/>
          </p:nvCxnSpPr>
          <p:spPr>
            <a:xfrm>
              <a:off x="4306685" y="3435947"/>
              <a:ext cx="1016598" cy="71864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 Box 2">
              <a:extLst>
                <a:ext uri="{FF2B5EF4-FFF2-40B4-BE49-F238E27FC236}">
                  <a16:creationId xmlns:a16="http://schemas.microsoft.com/office/drawing/2014/main" id="{160A70D0-548F-94F8-8541-9E4A5A79FC91}"/>
                </a:ext>
              </a:extLst>
            </p:cNvPr>
            <p:cNvSpPr txBox="1"/>
            <p:nvPr/>
          </p:nvSpPr>
          <p:spPr>
            <a:xfrm>
              <a:off x="4448455" y="3595757"/>
              <a:ext cx="919568" cy="3827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몬스터 피격 발생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35" name="직선 화살표 연결선 134">
              <a:extLst>
                <a:ext uri="{FF2B5EF4-FFF2-40B4-BE49-F238E27FC236}">
                  <a16:creationId xmlns:a16="http://schemas.microsoft.com/office/drawing/2014/main" id="{188F38B8-0F1F-5840-5197-E85365391F43}"/>
                </a:ext>
              </a:extLst>
            </p:cNvPr>
            <p:cNvCxnSpPr>
              <a:cxnSpLocks/>
              <a:stCxn id="115" idx="0"/>
              <a:endCxn id="78" idx="5"/>
            </p:cNvCxnSpPr>
            <p:nvPr/>
          </p:nvCxnSpPr>
          <p:spPr>
            <a:xfrm flipH="1" flipV="1">
              <a:off x="6232534" y="4754028"/>
              <a:ext cx="798015" cy="964699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 Box 2">
              <a:extLst>
                <a:ext uri="{FF2B5EF4-FFF2-40B4-BE49-F238E27FC236}">
                  <a16:creationId xmlns:a16="http://schemas.microsoft.com/office/drawing/2014/main" id="{7CB3A3D4-145F-4BD3-56E4-E671259574D4}"/>
                </a:ext>
              </a:extLst>
            </p:cNvPr>
            <p:cNvSpPr txBox="1"/>
            <p:nvPr/>
          </p:nvSpPr>
          <p:spPr>
            <a:xfrm>
              <a:off x="6203602" y="5040696"/>
              <a:ext cx="919568" cy="31605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방어 실패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132F5160-3924-E27C-0290-AA2B886DEC41}"/>
                </a:ext>
              </a:extLst>
            </p:cNvPr>
            <p:cNvCxnSpPr>
              <a:cxnSpLocks/>
              <a:stCxn id="79" idx="3"/>
            </p:cNvCxnSpPr>
            <p:nvPr/>
          </p:nvCxnSpPr>
          <p:spPr>
            <a:xfrm flipV="1">
              <a:off x="6420846" y="3645026"/>
              <a:ext cx="4304719" cy="86643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 Box 2">
              <a:extLst>
                <a:ext uri="{FF2B5EF4-FFF2-40B4-BE49-F238E27FC236}">
                  <a16:creationId xmlns:a16="http://schemas.microsoft.com/office/drawing/2014/main" id="{8663BC4A-77EC-CEBE-8386-4C760E139CF9}"/>
                </a:ext>
              </a:extLst>
            </p:cNvPr>
            <p:cNvSpPr txBox="1"/>
            <p:nvPr/>
          </p:nvSpPr>
          <p:spPr>
            <a:xfrm>
              <a:off x="6724447" y="4135009"/>
              <a:ext cx="1122079" cy="3716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몬스터 피격 적용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8EBA75DC-8A50-537F-88E9-ABF09737BEAB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flipV="1">
              <a:off x="169863" y="5190145"/>
              <a:ext cx="244924" cy="137630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 Box 2">
              <a:extLst>
                <a:ext uri="{FF2B5EF4-FFF2-40B4-BE49-F238E27FC236}">
                  <a16:creationId xmlns:a16="http://schemas.microsoft.com/office/drawing/2014/main" id="{46094759-4FE5-CEBC-913E-1ED7809930FE}"/>
                </a:ext>
              </a:extLst>
            </p:cNvPr>
            <p:cNvSpPr txBox="1"/>
            <p:nvPr/>
          </p:nvSpPr>
          <p:spPr>
            <a:xfrm>
              <a:off x="-171906" y="5756216"/>
              <a:ext cx="945174" cy="4747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자동 방어</a:t>
              </a:r>
              <a:endPara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algn="ctr" latinLnBrk="0"/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변경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71BC992D-AB63-E162-FB27-BFCE408972C8}"/>
                </a:ext>
              </a:extLst>
            </p:cNvPr>
            <p:cNvCxnSpPr>
              <a:cxnSpLocks/>
              <a:stCxn id="62" idx="0"/>
              <a:endCxn id="40" idx="4"/>
            </p:cNvCxnSpPr>
            <p:nvPr/>
          </p:nvCxnSpPr>
          <p:spPr>
            <a:xfrm flipV="1">
              <a:off x="169863" y="7414177"/>
              <a:ext cx="0" cy="114863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 Box 2">
              <a:extLst>
                <a:ext uri="{FF2B5EF4-FFF2-40B4-BE49-F238E27FC236}">
                  <a16:creationId xmlns:a16="http://schemas.microsoft.com/office/drawing/2014/main" id="{41761665-3BF8-F94B-6B75-38B25F11E434}"/>
                </a:ext>
              </a:extLst>
            </p:cNvPr>
            <p:cNvSpPr txBox="1"/>
            <p:nvPr/>
          </p:nvSpPr>
          <p:spPr>
            <a:xfrm>
              <a:off x="-224011" y="7671180"/>
              <a:ext cx="945174" cy="5781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변경 </a:t>
              </a:r>
              <a:r>
                <a: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UI Toggle</a:t>
              </a:r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식 활성화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57" name="직선 화살표 연결선 156">
              <a:extLst>
                <a:ext uri="{FF2B5EF4-FFF2-40B4-BE49-F238E27FC236}">
                  <a16:creationId xmlns:a16="http://schemas.microsoft.com/office/drawing/2014/main" id="{1B0D9981-A9F8-9451-7528-D0ED59390349}"/>
                </a:ext>
              </a:extLst>
            </p:cNvPr>
            <p:cNvCxnSpPr>
              <a:cxnSpLocks/>
              <a:stCxn id="46" idx="4"/>
              <a:endCxn id="101" idx="0"/>
            </p:cNvCxnSpPr>
            <p:nvPr/>
          </p:nvCxnSpPr>
          <p:spPr>
            <a:xfrm>
              <a:off x="8763581" y="3652297"/>
              <a:ext cx="779107" cy="165643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 Box 2">
              <a:extLst>
                <a:ext uri="{FF2B5EF4-FFF2-40B4-BE49-F238E27FC236}">
                  <a16:creationId xmlns:a16="http://schemas.microsoft.com/office/drawing/2014/main" id="{5AE60CB2-D287-9E97-9FC7-5717BDCE01E6}"/>
                </a:ext>
              </a:extLst>
            </p:cNvPr>
            <p:cNvSpPr txBox="1"/>
            <p:nvPr/>
          </p:nvSpPr>
          <p:spPr>
            <a:xfrm>
              <a:off x="8892392" y="4479067"/>
              <a:ext cx="739776" cy="2749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패턴 수행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0E03C6CD-B295-283A-BC7F-5AB667C14FCB}"/>
                </a:ext>
              </a:extLst>
            </p:cNvPr>
            <p:cNvCxnSpPr>
              <a:cxnSpLocks/>
              <a:stCxn id="47" idx="1"/>
              <a:endCxn id="44" idx="3"/>
            </p:cNvCxnSpPr>
            <p:nvPr/>
          </p:nvCxnSpPr>
          <p:spPr>
            <a:xfrm flipH="1" flipV="1">
              <a:off x="6083507" y="2503982"/>
              <a:ext cx="2055551" cy="781603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 Box 2">
              <a:extLst>
                <a:ext uri="{FF2B5EF4-FFF2-40B4-BE49-F238E27FC236}">
                  <a16:creationId xmlns:a16="http://schemas.microsoft.com/office/drawing/2014/main" id="{79A6AA66-CB2F-CFC9-9124-3AEEAF5010F8}"/>
                </a:ext>
              </a:extLst>
            </p:cNvPr>
            <p:cNvSpPr txBox="1"/>
            <p:nvPr/>
          </p:nvSpPr>
          <p:spPr>
            <a:xfrm>
              <a:off x="6919842" y="2820007"/>
              <a:ext cx="981025" cy="3631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spcAft>
                  <a:spcPts val="1680"/>
                </a:spcAft>
              </a:pPr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패턴 수행 위치 이동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65" name="직선 화살표 연결선 164">
              <a:extLst>
                <a:ext uri="{FF2B5EF4-FFF2-40B4-BE49-F238E27FC236}">
                  <a16:creationId xmlns:a16="http://schemas.microsoft.com/office/drawing/2014/main" id="{807E1637-7DEF-6ACC-81B0-6402DE3875C2}"/>
                </a:ext>
              </a:extLst>
            </p:cNvPr>
            <p:cNvCxnSpPr>
              <a:cxnSpLocks/>
              <a:endCxn id="115" idx="1"/>
            </p:cNvCxnSpPr>
            <p:nvPr/>
          </p:nvCxnSpPr>
          <p:spPr>
            <a:xfrm>
              <a:off x="1455738" y="5178492"/>
              <a:ext cx="5120185" cy="66438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화살표 연결선 167">
              <a:extLst>
                <a:ext uri="{FF2B5EF4-FFF2-40B4-BE49-F238E27FC236}">
                  <a16:creationId xmlns:a16="http://schemas.microsoft.com/office/drawing/2014/main" id="{6BCD522C-6F1C-57DF-9183-00DDFA6A5AC0}"/>
                </a:ext>
              </a:extLst>
            </p:cNvPr>
            <p:cNvCxnSpPr>
              <a:cxnSpLocks/>
              <a:stCxn id="49" idx="0"/>
              <a:endCxn id="115" idx="4"/>
            </p:cNvCxnSpPr>
            <p:nvPr/>
          </p:nvCxnSpPr>
          <p:spPr>
            <a:xfrm flipH="1" flipV="1">
              <a:off x="7030549" y="6566452"/>
              <a:ext cx="584257" cy="80009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 Box 2">
              <a:extLst>
                <a:ext uri="{FF2B5EF4-FFF2-40B4-BE49-F238E27FC236}">
                  <a16:creationId xmlns:a16="http://schemas.microsoft.com/office/drawing/2014/main" id="{F5C85D3D-A58B-6C28-5079-FBF140558186}"/>
                </a:ext>
              </a:extLst>
            </p:cNvPr>
            <p:cNvSpPr txBox="1"/>
            <p:nvPr/>
          </p:nvSpPr>
          <p:spPr>
            <a:xfrm>
              <a:off x="3443157" y="5250531"/>
              <a:ext cx="945174" cy="5484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자동 방어</a:t>
              </a:r>
              <a:endPara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algn="ctr" latinLnBrk="0"/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반자동 방어</a:t>
              </a:r>
              <a:endParaRPr lang="en-US" altLang="ko-KR" sz="1000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정보 확인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72" name="Text Box 2">
              <a:extLst>
                <a:ext uri="{FF2B5EF4-FFF2-40B4-BE49-F238E27FC236}">
                  <a16:creationId xmlns:a16="http://schemas.microsoft.com/office/drawing/2014/main" id="{FAC17F2E-FAD8-454F-4224-0FCA707C997B}"/>
                </a:ext>
              </a:extLst>
            </p:cNvPr>
            <p:cNvSpPr txBox="1"/>
            <p:nvPr/>
          </p:nvSpPr>
          <p:spPr>
            <a:xfrm>
              <a:off x="6969373" y="6741005"/>
              <a:ext cx="945174" cy="5484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플레이어 입력 정보 확인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09213335-7FD8-DCF4-5354-4739AD0BED8E}"/>
                </a:ext>
              </a:extLst>
            </p:cNvPr>
            <p:cNvGrpSpPr/>
            <p:nvPr/>
          </p:nvGrpSpPr>
          <p:grpSpPr>
            <a:xfrm>
              <a:off x="12023626" y="4359677"/>
              <a:ext cx="1515327" cy="1201137"/>
              <a:chOff x="-104324" y="-48014"/>
              <a:chExt cx="1515327" cy="1201137"/>
            </a:xfrm>
          </p:grpSpPr>
          <p:sp>
            <p:nvSpPr>
              <p:cNvPr id="185" name="타원 184">
                <a:extLst>
                  <a:ext uri="{FF2B5EF4-FFF2-40B4-BE49-F238E27FC236}">
                    <a16:creationId xmlns:a16="http://schemas.microsoft.com/office/drawing/2014/main" id="{2A2D5BE6-475A-7F4A-65B7-EA083751A93A}"/>
                  </a:ext>
                </a:extLst>
              </p:cNvPr>
              <p:cNvSpPr/>
              <p:nvPr/>
            </p:nvSpPr>
            <p:spPr>
              <a:xfrm>
                <a:off x="-104324" y="-48014"/>
                <a:ext cx="1515327" cy="120113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86" name="Text Box 2">
                <a:extLst>
                  <a:ext uri="{FF2B5EF4-FFF2-40B4-BE49-F238E27FC236}">
                    <a16:creationId xmlns:a16="http://schemas.microsoft.com/office/drawing/2014/main" id="{8E1EDABB-07CC-0436-6E92-8F9F08887051}"/>
                  </a:ext>
                </a:extLst>
              </p:cNvPr>
              <p:cNvSpPr txBox="1"/>
              <p:nvPr/>
            </p:nvSpPr>
            <p:spPr>
              <a:xfrm>
                <a:off x="18415" y="169793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공격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이동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패턴 수행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방어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발악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죽음 등등 사운드가 필요한 모든 유스케이스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D4226151-4F2F-709E-53C7-B68CAC1639D1}"/>
                </a:ext>
              </a:extLst>
            </p:cNvPr>
            <p:cNvGrpSpPr/>
            <p:nvPr/>
          </p:nvGrpSpPr>
          <p:grpSpPr>
            <a:xfrm>
              <a:off x="4380457" y="10576138"/>
              <a:ext cx="1285875" cy="847725"/>
              <a:chOff x="0" y="0"/>
              <a:chExt cx="1285875" cy="847725"/>
            </a:xfrm>
          </p:grpSpPr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69C47FE5-2676-9906-21FA-FA76E110A74C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89" name="Text Box 2">
                <a:extLst>
                  <a:ext uri="{FF2B5EF4-FFF2-40B4-BE49-F238E27FC236}">
                    <a16:creationId xmlns:a16="http://schemas.microsoft.com/office/drawing/2014/main" id="{993C685B-C25B-C4BC-7B3C-53F4A0D2F9F0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캐릭터 죽음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90" name="직선 화살표 연결선 189">
              <a:extLst>
                <a:ext uri="{FF2B5EF4-FFF2-40B4-BE49-F238E27FC236}">
                  <a16:creationId xmlns:a16="http://schemas.microsoft.com/office/drawing/2014/main" id="{8BCEC89A-0A2F-A370-0945-031E6EAB3D4C}"/>
                </a:ext>
              </a:extLst>
            </p:cNvPr>
            <p:cNvCxnSpPr>
              <a:cxnSpLocks/>
              <a:stCxn id="106" idx="2"/>
              <a:endCxn id="195" idx="0"/>
            </p:cNvCxnSpPr>
            <p:nvPr/>
          </p:nvCxnSpPr>
          <p:spPr>
            <a:xfrm>
              <a:off x="848526" y="5198606"/>
              <a:ext cx="1540525" cy="329168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50C2E1FA-87DB-BDDA-4255-F099D0D8ECDD}"/>
                </a:ext>
              </a:extLst>
            </p:cNvPr>
            <p:cNvGrpSpPr/>
            <p:nvPr/>
          </p:nvGrpSpPr>
          <p:grpSpPr>
            <a:xfrm>
              <a:off x="1631252" y="8490293"/>
              <a:ext cx="1481881" cy="914398"/>
              <a:chOff x="-114861" y="-33336"/>
              <a:chExt cx="1481881" cy="914398"/>
            </a:xfrm>
          </p:grpSpPr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310A6182-6574-1AC8-7964-C1B59B0939FA}"/>
                  </a:ext>
                </a:extLst>
              </p:cNvPr>
              <p:cNvSpPr/>
              <p:nvPr/>
            </p:nvSpPr>
            <p:spPr>
              <a:xfrm>
                <a:off x="-81144" y="-33336"/>
                <a:ext cx="1448164" cy="91439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96" name="Text Box 2">
                <a:extLst>
                  <a:ext uri="{FF2B5EF4-FFF2-40B4-BE49-F238E27FC236}">
                    <a16:creationId xmlns:a16="http://schemas.microsoft.com/office/drawing/2014/main" id="{FB479C35-931C-0A10-D13E-11A8283F6DA6}"/>
                  </a:ext>
                </a:extLst>
              </p:cNvPr>
              <p:cNvSpPr txBox="1"/>
              <p:nvPr/>
            </p:nvSpPr>
            <p:spPr>
              <a:xfrm>
                <a:off x="-114861" y="233220"/>
                <a:ext cx="1481881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지구력</a:t>
                </a:r>
                <a:r>
                  <a:rPr lang="en-US" altLang="ko-KR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정신력 사망 조건 상태부여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9" name="Text Box 2">
              <a:extLst>
                <a:ext uri="{FF2B5EF4-FFF2-40B4-BE49-F238E27FC236}">
                  <a16:creationId xmlns:a16="http://schemas.microsoft.com/office/drawing/2014/main" id="{77C570EA-2F84-6F8A-AF1C-1C634948E097}"/>
                </a:ext>
              </a:extLst>
            </p:cNvPr>
            <p:cNvSpPr txBox="1"/>
            <p:nvPr/>
          </p:nvSpPr>
          <p:spPr>
            <a:xfrm>
              <a:off x="1454405" y="7700854"/>
              <a:ext cx="945174" cy="5484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지구력</a:t>
              </a:r>
              <a:r>
                <a: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정신력 고갈 시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00" name="직선 화살표 연결선 199">
              <a:extLst>
                <a:ext uri="{FF2B5EF4-FFF2-40B4-BE49-F238E27FC236}">
                  <a16:creationId xmlns:a16="http://schemas.microsoft.com/office/drawing/2014/main" id="{F4F7341F-3D8C-B1BB-9F59-DD8DCC18E79A}"/>
                </a:ext>
              </a:extLst>
            </p:cNvPr>
            <p:cNvCxnSpPr>
              <a:cxnSpLocks/>
              <a:stCxn id="107" idx="2"/>
              <a:endCxn id="188" idx="0"/>
            </p:cNvCxnSpPr>
            <p:nvPr/>
          </p:nvCxnSpPr>
          <p:spPr>
            <a:xfrm>
              <a:off x="848525" y="5170031"/>
              <a:ext cx="4174870" cy="540610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 Box 2">
              <a:extLst>
                <a:ext uri="{FF2B5EF4-FFF2-40B4-BE49-F238E27FC236}">
                  <a16:creationId xmlns:a16="http://schemas.microsoft.com/office/drawing/2014/main" id="{29850582-A9DE-A917-B200-DFA4A8DB2AB3}"/>
                </a:ext>
              </a:extLst>
            </p:cNvPr>
            <p:cNvSpPr txBox="1"/>
            <p:nvPr/>
          </p:nvSpPr>
          <p:spPr>
            <a:xfrm>
              <a:off x="3586499" y="9055240"/>
              <a:ext cx="945174" cy="448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생명력</a:t>
              </a:r>
              <a:r>
                <a:rPr lang="en-US" alt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, </a:t>
              </a:r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영력 고갈 시</a:t>
              </a:r>
              <a:endPara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10" name="직선 화살표 연결선 209">
              <a:extLst>
                <a:ext uri="{FF2B5EF4-FFF2-40B4-BE49-F238E27FC236}">
                  <a16:creationId xmlns:a16="http://schemas.microsoft.com/office/drawing/2014/main" id="{D477E75A-9DC7-9320-1BBD-510437C0685D}"/>
                </a:ext>
              </a:extLst>
            </p:cNvPr>
            <p:cNvCxnSpPr>
              <a:cxnSpLocks/>
              <a:stCxn id="195" idx="4"/>
            </p:cNvCxnSpPr>
            <p:nvPr/>
          </p:nvCxnSpPr>
          <p:spPr>
            <a:xfrm>
              <a:off x="2389051" y="9404691"/>
              <a:ext cx="2009821" cy="147176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 Box 2">
              <a:extLst>
                <a:ext uri="{FF2B5EF4-FFF2-40B4-BE49-F238E27FC236}">
                  <a16:creationId xmlns:a16="http://schemas.microsoft.com/office/drawing/2014/main" id="{84EE5CFA-2E06-5D33-E6F8-736EC9F78602}"/>
                </a:ext>
              </a:extLst>
            </p:cNvPr>
            <p:cNvSpPr txBox="1"/>
            <p:nvPr/>
          </p:nvSpPr>
          <p:spPr>
            <a:xfrm>
              <a:off x="2828116" y="9833316"/>
              <a:ext cx="945174" cy="4487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사망조건 만족 시</a:t>
              </a:r>
              <a:endParaRPr lang="en-US" alt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64B68AF5-2F12-DBAC-A526-B1EA4FB54035}"/>
                </a:ext>
              </a:extLst>
            </p:cNvPr>
            <p:cNvCxnSpPr>
              <a:cxnSpLocks/>
              <a:endCxn id="218" idx="0"/>
            </p:cNvCxnSpPr>
            <p:nvPr/>
          </p:nvCxnSpPr>
          <p:spPr>
            <a:xfrm flipH="1">
              <a:off x="10288443" y="3652297"/>
              <a:ext cx="771673" cy="4043296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8867E428-9011-B31D-C7B3-849D7007350C}"/>
                </a:ext>
              </a:extLst>
            </p:cNvPr>
            <p:cNvGrpSpPr/>
            <p:nvPr/>
          </p:nvGrpSpPr>
          <p:grpSpPr>
            <a:xfrm>
              <a:off x="9645505" y="7695593"/>
              <a:ext cx="1285875" cy="847725"/>
              <a:chOff x="0" y="0"/>
              <a:chExt cx="1285875" cy="847725"/>
            </a:xfrm>
          </p:grpSpPr>
          <p:sp>
            <p:nvSpPr>
              <p:cNvPr id="218" name="타원 217">
                <a:extLst>
                  <a:ext uri="{FF2B5EF4-FFF2-40B4-BE49-F238E27FC236}">
                    <a16:creationId xmlns:a16="http://schemas.microsoft.com/office/drawing/2014/main" id="{BC752C4C-F016-E6AE-E3BC-1C964487F975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19" name="Text Box 2">
                <a:extLst>
                  <a:ext uri="{FF2B5EF4-FFF2-40B4-BE49-F238E27FC236}">
                    <a16:creationId xmlns:a16="http://schemas.microsoft.com/office/drawing/2014/main" id="{CD6BE757-D357-D35E-5C05-7C557E7D8C85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발악패턴 실행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22" name="직선 화살표 연결선 221">
              <a:extLst>
                <a:ext uri="{FF2B5EF4-FFF2-40B4-BE49-F238E27FC236}">
                  <a16:creationId xmlns:a16="http://schemas.microsoft.com/office/drawing/2014/main" id="{69866BC1-1F03-34D9-D7FB-995695E53541}"/>
                </a:ext>
              </a:extLst>
            </p:cNvPr>
            <p:cNvCxnSpPr>
              <a:cxnSpLocks/>
              <a:endCxn id="189" idx="3"/>
            </p:cNvCxnSpPr>
            <p:nvPr/>
          </p:nvCxnSpPr>
          <p:spPr>
            <a:xfrm flipH="1">
              <a:off x="5666332" y="8390918"/>
              <a:ext cx="4081555" cy="2666233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 Box 2">
              <a:extLst>
                <a:ext uri="{FF2B5EF4-FFF2-40B4-BE49-F238E27FC236}">
                  <a16:creationId xmlns:a16="http://schemas.microsoft.com/office/drawing/2014/main" id="{F7967B8E-E720-4F3E-E5BB-3D00B855876B}"/>
                </a:ext>
              </a:extLst>
            </p:cNvPr>
            <p:cNvSpPr txBox="1"/>
            <p:nvPr/>
          </p:nvSpPr>
          <p:spPr>
            <a:xfrm>
              <a:off x="10399064" y="5250531"/>
              <a:ext cx="739776" cy="448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능력치 소진시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6" name="Text Box 2">
              <a:extLst>
                <a:ext uri="{FF2B5EF4-FFF2-40B4-BE49-F238E27FC236}">
                  <a16:creationId xmlns:a16="http://schemas.microsoft.com/office/drawing/2014/main" id="{D42E0324-6C32-5F53-D584-D626F2F23078}"/>
                </a:ext>
              </a:extLst>
            </p:cNvPr>
            <p:cNvSpPr txBox="1"/>
            <p:nvPr/>
          </p:nvSpPr>
          <p:spPr>
            <a:xfrm>
              <a:off x="7517966" y="9279632"/>
              <a:ext cx="739776" cy="6354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발악 패턴 패턴 파훼 성공 시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03A8DBAD-CF19-D352-A1FD-110CD105514B}"/>
                </a:ext>
              </a:extLst>
            </p:cNvPr>
            <p:cNvGrpSpPr/>
            <p:nvPr/>
          </p:nvGrpSpPr>
          <p:grpSpPr>
            <a:xfrm>
              <a:off x="11549062" y="9173506"/>
              <a:ext cx="1285875" cy="847725"/>
              <a:chOff x="0" y="0"/>
              <a:chExt cx="1285875" cy="847725"/>
            </a:xfrm>
          </p:grpSpPr>
          <p:sp>
            <p:nvSpPr>
              <p:cNvPr id="228" name="타원 227">
                <a:extLst>
                  <a:ext uri="{FF2B5EF4-FFF2-40B4-BE49-F238E27FC236}">
                    <a16:creationId xmlns:a16="http://schemas.microsoft.com/office/drawing/2014/main" id="{5BFA20B1-31FB-E1AD-DE58-91136D5DE3DB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229" name="Text Box 2">
                <a:extLst>
                  <a:ext uri="{FF2B5EF4-FFF2-40B4-BE49-F238E27FC236}">
                    <a16:creationId xmlns:a16="http://schemas.microsoft.com/office/drawing/2014/main" id="{5C2382D8-0CA8-5907-D24B-93C8FE8CB078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능력치 회복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30" name="직선 화살표 연결선 229">
              <a:extLst>
                <a:ext uri="{FF2B5EF4-FFF2-40B4-BE49-F238E27FC236}">
                  <a16:creationId xmlns:a16="http://schemas.microsoft.com/office/drawing/2014/main" id="{294A1B72-2C88-7097-231E-9F4AA91A0B98}"/>
                </a:ext>
              </a:extLst>
            </p:cNvPr>
            <p:cNvCxnSpPr>
              <a:cxnSpLocks/>
              <a:stCxn id="218" idx="5"/>
              <a:endCxn id="228" idx="1"/>
            </p:cNvCxnSpPr>
            <p:nvPr/>
          </p:nvCxnSpPr>
          <p:spPr>
            <a:xfrm>
              <a:off x="10743068" y="8419172"/>
              <a:ext cx="994306" cy="87848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 Box 2">
              <a:extLst>
                <a:ext uri="{FF2B5EF4-FFF2-40B4-BE49-F238E27FC236}">
                  <a16:creationId xmlns:a16="http://schemas.microsoft.com/office/drawing/2014/main" id="{7D1C55E6-953E-8964-E758-D3103E84A732}"/>
                </a:ext>
              </a:extLst>
            </p:cNvPr>
            <p:cNvSpPr txBox="1"/>
            <p:nvPr/>
          </p:nvSpPr>
          <p:spPr>
            <a:xfrm>
              <a:off x="10870333" y="8533472"/>
              <a:ext cx="739776" cy="6354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발악 패턴 패턴 파훼 실패 시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34" name="직선 화살표 연결선 233">
              <a:extLst>
                <a:ext uri="{FF2B5EF4-FFF2-40B4-BE49-F238E27FC236}">
                  <a16:creationId xmlns:a16="http://schemas.microsoft.com/office/drawing/2014/main" id="{4C0F02E7-0D55-7B8D-5B27-CC725D3FAA33}"/>
                </a:ext>
              </a:extLst>
            </p:cNvPr>
            <p:cNvCxnSpPr>
              <a:cxnSpLocks/>
              <a:stCxn id="37" idx="0"/>
              <a:endCxn id="185" idx="4"/>
            </p:cNvCxnSpPr>
            <p:nvPr/>
          </p:nvCxnSpPr>
          <p:spPr>
            <a:xfrm flipH="1" flipV="1">
              <a:off x="12781290" y="5560814"/>
              <a:ext cx="2" cy="7924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 Box 2">
              <a:extLst>
                <a:ext uri="{FF2B5EF4-FFF2-40B4-BE49-F238E27FC236}">
                  <a16:creationId xmlns:a16="http://schemas.microsoft.com/office/drawing/2014/main" id="{25DE9F4F-2BCC-CF2F-9268-1087E92DA8EF}"/>
                </a:ext>
              </a:extLst>
            </p:cNvPr>
            <p:cNvSpPr txBox="1"/>
            <p:nvPr/>
          </p:nvSpPr>
          <p:spPr>
            <a:xfrm>
              <a:off x="12410207" y="5732595"/>
              <a:ext cx="739776" cy="4480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사운드 실행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0EB455D-B9A4-62D7-8656-5FBFEF3FAA46}"/>
                </a:ext>
              </a:extLst>
            </p:cNvPr>
            <p:cNvGrpSpPr/>
            <p:nvPr/>
          </p:nvGrpSpPr>
          <p:grpSpPr>
            <a:xfrm>
              <a:off x="1201572" y="1467404"/>
              <a:ext cx="1285875" cy="847725"/>
              <a:chOff x="0" y="0"/>
              <a:chExt cx="1285875" cy="847725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1E0E71F8-0F4F-6CEE-2FEC-C4FB0D9B3633}"/>
                  </a:ext>
                </a:extLst>
              </p:cNvPr>
              <p:cNvSpPr/>
              <p:nvPr/>
            </p:nvSpPr>
            <p:spPr>
              <a:xfrm>
                <a:off x="0" y="0"/>
                <a:ext cx="1285875" cy="84772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8E624B58-BE88-CCBE-A53A-D67BDF062A78}"/>
                  </a:ext>
                </a:extLst>
              </p:cNvPr>
              <p:cNvSpPr txBox="1"/>
              <p:nvPr/>
            </p:nvSpPr>
            <p:spPr>
              <a:xfrm>
                <a:off x="18415" y="266700"/>
                <a:ext cx="1267460" cy="4286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680"/>
                  </a:spcAft>
                </a:pPr>
                <a:r>
                  <a:rPr lang="ko-KR" altLang="en-US" sz="1000" kern="10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물약</a:t>
                </a:r>
                <a:endParaRPr lang="ko-KR" sz="1000" kern="10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21F497C6-5792-D5FA-A673-7447F2E7262A}"/>
                </a:ext>
              </a:extLst>
            </p:cNvPr>
            <p:cNvCxnSpPr>
              <a:cxnSpLocks/>
              <a:stCxn id="23" idx="3"/>
              <a:endCxn id="4" idx="3"/>
            </p:cNvCxnSpPr>
            <p:nvPr/>
          </p:nvCxnSpPr>
          <p:spPr>
            <a:xfrm flipV="1">
              <a:off x="-1063427" y="2190983"/>
              <a:ext cx="2453311" cy="1125089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3B96A813-C7DF-D117-AC89-B33703E62FFA}"/>
                </a:ext>
              </a:extLst>
            </p:cNvPr>
            <p:cNvSpPr txBox="1"/>
            <p:nvPr/>
          </p:nvSpPr>
          <p:spPr>
            <a:xfrm>
              <a:off x="125276" y="2474488"/>
              <a:ext cx="739776" cy="314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680"/>
                </a:spcAft>
              </a:pPr>
              <a:r>
                <a:rPr lang="ko-KR" altLang="en-US" sz="1000" kern="10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물약 사용</a:t>
              </a:r>
              <a:endParaRPr lang="ko-KR" sz="10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5686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153</Words>
  <Application>Microsoft Office PowerPoint</Application>
  <PresentationFormat>와이드스크린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3</cp:revision>
  <dcterms:created xsi:type="dcterms:W3CDTF">2026-02-25T09:20:49Z</dcterms:created>
  <dcterms:modified xsi:type="dcterms:W3CDTF">2026-02-25T14:32:28Z</dcterms:modified>
</cp:coreProperties>
</file>