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D70C2-6801-EEFC-8AA6-AABD1189D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20D3FC-993A-F0D1-84E9-8559541FB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5E9A3F-AEF7-10DD-2E20-3D8949229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60C2A-B7A4-875E-D0BE-D2216CAF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AC6957-3A52-646E-531F-724743E0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456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84368F-096A-DB2F-8886-1900D49E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B5EE5-9427-EDF6-898A-740840B74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8362E-02CE-7A58-FC07-BFC2C191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64117-0F14-4B43-FAA7-93F47C62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F4ECA7-FBDA-D82B-D5AB-4FADA123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36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B95C2-A874-5EAF-0096-68702187B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4BD5F-50DB-22A5-D5EC-BFAC6241E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6F9AC-31A3-246E-7C81-AD13470A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124758-AEEF-C947-35B0-D79B13DB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C7FCC9-4501-AABA-1C88-FC39525A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57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6F619-6E06-BDE9-6AD5-4363806A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E66AFA-2812-268A-3202-FBEF83BFE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D56F65-C507-EF17-D38A-9B34CA143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CB598C-B7E6-6242-1B28-F7324491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74C177-5FE8-B703-4936-96ABB755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5E8515-8A75-899C-059B-EED73B2F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78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97120-1E49-0497-729D-D33610E0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342D15-99D3-AD20-0A5B-0E20FD933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9DAE61-3A00-5169-F452-E59415931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E8DB31-8870-2DBB-2AE0-066F96FCB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320CE5-2F9F-0CFB-CB5A-A2C98A6F2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BDC4B9-43BE-0197-79C4-29CA0872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50D1ED-2640-A432-E3D4-CED39E67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27AD59-C627-7E25-E85E-A5CB2695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8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C3F10-6A39-7099-9CCA-F21D31E7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4227E7-D428-0847-9FAB-96C006D8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D72EB5-420B-FDD8-98D4-0A3C0C0A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C4FB03-C1A9-4D1E-0B57-BC4CDB0B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60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2AA42F-71B2-90FC-E1C2-90B00B51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3B1C5C-8B1A-CAAA-FA3E-74F9EA33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10C0C-B039-AE48-2DDF-0755E89A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62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5B690-1C2F-746C-9186-C52F4B1E3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C5D343-D7B2-56FD-8AE0-9A7B77D5C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FABC17-03BF-DF19-7B29-313276CB4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F332D7-3DA6-878B-E8A2-7A745465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D99A68-B772-AB5E-1455-DBE4CA2A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86AB0F-DF4F-CE4A-98B4-10A23E55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32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D2F48-34EC-6B17-96B2-9F867432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847AB8-CA43-66AC-A9AC-7F04612A3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C7FD67-42A6-82C6-3EA4-F8FD6AC56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6DB8E-B66A-FA30-8AB9-8EED03D0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2F2F09-95BD-CC74-C44D-CF611867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BF426-714C-1ED3-F346-BD1262B3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69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25E10-399C-2D8F-04FF-C623301E9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7B25-2496-F0F6-1348-AE4C177FC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7DF3A-32E6-4E31-0EC8-B97C1A46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8E284-B5E1-2A4C-7DD6-5709D372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FE0694-0B1A-4658-8182-54ED06F6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19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A378E7-F895-EAF3-D312-D7C1CACF9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0719FF-8306-19A3-369F-6EFF6ECC2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5520F7-F76F-4AB9-9117-9BE82BB8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C8E51-662D-A4B7-4712-BA4423D8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9EC5C8-DAD7-C19C-730E-8B929CFF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89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F3CA36-C8A5-525B-C65A-687D360A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FFF177-28E2-6F99-C86A-1B4F4726C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EA6F07-B2B1-46F7-6EFE-AEE6B05CE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7AEF-01E5-4605-809B-790ABF7C96BE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64B97D-FCB7-9962-170B-EDC58E67F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B97C05-F4ED-E76D-CE74-CEBE95A17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42F0B-3736-40E8-A97D-1A166C745D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3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D3563558-9AAD-5BBD-D6D0-9D9CEF304713}"/>
              </a:ext>
            </a:extLst>
          </p:cNvPr>
          <p:cNvSpPr/>
          <p:nvPr/>
        </p:nvSpPr>
        <p:spPr>
          <a:xfrm>
            <a:off x="3712815" y="3184759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719F40A0-2959-BEB4-1214-E27DB6D97A8F}"/>
              </a:ext>
            </a:extLst>
          </p:cNvPr>
          <p:cNvSpPr/>
          <p:nvPr/>
        </p:nvSpPr>
        <p:spPr>
          <a:xfrm rot="13227176">
            <a:off x="4146266" y="2789382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10D724E9-1FDD-5311-E72B-E0473F4997F0}"/>
              </a:ext>
            </a:extLst>
          </p:cNvPr>
          <p:cNvSpPr/>
          <p:nvPr/>
        </p:nvSpPr>
        <p:spPr>
          <a:xfrm>
            <a:off x="3717641" y="4559233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14DFD4B9-C9A6-ACC2-DF3B-DD0B540744D1}"/>
              </a:ext>
            </a:extLst>
          </p:cNvPr>
          <p:cNvSpPr/>
          <p:nvPr/>
        </p:nvSpPr>
        <p:spPr>
          <a:xfrm rot="10800000">
            <a:off x="3717641" y="3964749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64D82A-B8BC-11C2-5900-9F6294399A25}"/>
              </a:ext>
            </a:extLst>
          </p:cNvPr>
          <p:cNvSpPr/>
          <p:nvPr/>
        </p:nvSpPr>
        <p:spPr>
          <a:xfrm>
            <a:off x="2032895" y="2644653"/>
            <a:ext cx="268472" cy="96621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A4C290-B529-0F14-64E6-A215DF51F240}"/>
              </a:ext>
            </a:extLst>
          </p:cNvPr>
          <p:cNvSpPr/>
          <p:nvPr/>
        </p:nvSpPr>
        <p:spPr>
          <a:xfrm>
            <a:off x="2032895" y="2890874"/>
            <a:ext cx="268472" cy="9662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AA679-B644-69C6-B66B-03FF2C41D148}"/>
              </a:ext>
            </a:extLst>
          </p:cNvPr>
          <p:cNvSpPr txBox="1"/>
          <p:nvPr/>
        </p:nvSpPr>
        <p:spPr>
          <a:xfrm>
            <a:off x="2362890" y="2569853"/>
            <a:ext cx="1137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플레이어 캐릭터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4F207-B896-1B57-96C8-A40AC746B0EB}"/>
              </a:ext>
            </a:extLst>
          </p:cNvPr>
          <p:cNvSpPr txBox="1"/>
          <p:nvPr/>
        </p:nvSpPr>
        <p:spPr>
          <a:xfrm>
            <a:off x="2362890" y="2816074"/>
            <a:ext cx="1137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몬스터</a:t>
            </a: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63830647-5E73-9BE1-94FE-26A7EE9D75FE}"/>
              </a:ext>
            </a:extLst>
          </p:cNvPr>
          <p:cNvSpPr/>
          <p:nvPr/>
        </p:nvSpPr>
        <p:spPr>
          <a:xfrm>
            <a:off x="8082048" y="3133770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00B0F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2B5D655F-8092-F4F8-DA05-93446262A1B3}"/>
              </a:ext>
            </a:extLst>
          </p:cNvPr>
          <p:cNvSpPr/>
          <p:nvPr/>
        </p:nvSpPr>
        <p:spPr>
          <a:xfrm rot="13227176">
            <a:off x="8515499" y="2738393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14EA9D19-7C85-30A7-1CB9-22AED59E6C3A}"/>
              </a:ext>
            </a:extLst>
          </p:cNvPr>
          <p:cNvSpPr/>
          <p:nvPr/>
        </p:nvSpPr>
        <p:spPr>
          <a:xfrm>
            <a:off x="8086874" y="4508244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00B0F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F675F574-721A-60F4-FEAD-709EB7EEC361}"/>
              </a:ext>
            </a:extLst>
          </p:cNvPr>
          <p:cNvSpPr/>
          <p:nvPr/>
        </p:nvSpPr>
        <p:spPr>
          <a:xfrm rot="10800000">
            <a:off x="8086874" y="3913760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84EF226-FF91-B4B3-9C13-34CDB718C293}"/>
              </a:ext>
            </a:extLst>
          </p:cNvPr>
          <p:cNvSpPr/>
          <p:nvPr/>
        </p:nvSpPr>
        <p:spPr>
          <a:xfrm>
            <a:off x="6402128" y="2593664"/>
            <a:ext cx="268472" cy="96621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EA0B10-E942-86FA-DCDA-8DEFE0896734}"/>
              </a:ext>
            </a:extLst>
          </p:cNvPr>
          <p:cNvSpPr/>
          <p:nvPr/>
        </p:nvSpPr>
        <p:spPr>
          <a:xfrm>
            <a:off x="6402128" y="2839885"/>
            <a:ext cx="268472" cy="9662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61E7D4-3AE4-3C35-6A43-32F98C0DF49C}"/>
              </a:ext>
            </a:extLst>
          </p:cNvPr>
          <p:cNvSpPr txBox="1"/>
          <p:nvPr/>
        </p:nvSpPr>
        <p:spPr>
          <a:xfrm>
            <a:off x="6732123" y="2518864"/>
            <a:ext cx="1137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플레이어 캐릭터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19F404-7D8F-6B7B-3551-0FFABF2E77B3}"/>
              </a:ext>
            </a:extLst>
          </p:cNvPr>
          <p:cNvSpPr txBox="1"/>
          <p:nvPr/>
        </p:nvSpPr>
        <p:spPr>
          <a:xfrm>
            <a:off x="6732123" y="2765085"/>
            <a:ext cx="1137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몬스터</a:t>
            </a: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FFEE8DE7-202C-1FF4-1F58-B07DE5F70E44}"/>
              </a:ext>
            </a:extLst>
          </p:cNvPr>
          <p:cNvSpPr/>
          <p:nvPr/>
        </p:nvSpPr>
        <p:spPr>
          <a:xfrm rot="2700000">
            <a:off x="8169358" y="3166090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4431836A-B325-B625-4D51-F166324DD855}"/>
              </a:ext>
            </a:extLst>
          </p:cNvPr>
          <p:cNvSpPr/>
          <p:nvPr/>
        </p:nvSpPr>
        <p:spPr>
          <a:xfrm>
            <a:off x="8082405" y="5102728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C1C92400-07FD-2E26-3AD4-29AF84E1F712}"/>
              </a:ext>
            </a:extLst>
          </p:cNvPr>
          <p:cNvSpPr/>
          <p:nvPr/>
        </p:nvSpPr>
        <p:spPr>
          <a:xfrm rot="2700000">
            <a:off x="7718009" y="3609927"/>
            <a:ext cx="351844" cy="498204"/>
          </a:xfrm>
          <a:custGeom>
            <a:avLst/>
            <a:gdLst>
              <a:gd name="connsiteX0" fmla="*/ 290512 w 581025"/>
              <a:gd name="connsiteY0" fmla="*/ 0 h 857251"/>
              <a:gd name="connsiteX1" fmla="*/ 581025 w 581025"/>
              <a:gd name="connsiteY1" fmla="*/ 290512 h 857251"/>
              <a:gd name="connsiteX2" fmla="*/ 435769 w 581025"/>
              <a:gd name="connsiteY2" fmla="*/ 290512 h 857251"/>
              <a:gd name="connsiteX3" fmla="*/ 435769 w 581025"/>
              <a:gd name="connsiteY3" fmla="*/ 501573 h 857251"/>
              <a:gd name="connsiteX4" fmla="*/ 445422 w 581025"/>
              <a:gd name="connsiteY4" fmla="*/ 507656 h 857251"/>
              <a:gd name="connsiteX5" fmla="*/ 509587 w 581025"/>
              <a:gd name="connsiteY5" fmla="*/ 652463 h 857251"/>
              <a:gd name="connsiteX6" fmla="*/ 290512 w 581025"/>
              <a:gd name="connsiteY6" fmla="*/ 857251 h 857251"/>
              <a:gd name="connsiteX7" fmla="*/ 71437 w 581025"/>
              <a:gd name="connsiteY7" fmla="*/ 652463 h 857251"/>
              <a:gd name="connsiteX8" fmla="*/ 135603 w 581025"/>
              <a:gd name="connsiteY8" fmla="*/ 507656 h 857251"/>
              <a:gd name="connsiteX9" fmla="*/ 145256 w 581025"/>
              <a:gd name="connsiteY9" fmla="*/ 501572 h 857251"/>
              <a:gd name="connsiteX10" fmla="*/ 145256 w 581025"/>
              <a:gd name="connsiteY10" fmla="*/ 290512 h 857251"/>
              <a:gd name="connsiteX11" fmla="*/ 0 w 581025"/>
              <a:gd name="connsiteY11" fmla="*/ 290512 h 85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1025" h="857251">
                <a:moveTo>
                  <a:pt x="290512" y="0"/>
                </a:moveTo>
                <a:lnTo>
                  <a:pt x="581025" y="290512"/>
                </a:lnTo>
                <a:lnTo>
                  <a:pt x="435769" y="290512"/>
                </a:lnTo>
                <a:lnTo>
                  <a:pt x="435769" y="501573"/>
                </a:lnTo>
                <a:lnTo>
                  <a:pt x="445422" y="507656"/>
                </a:lnTo>
                <a:cubicBezTo>
                  <a:pt x="485066" y="544716"/>
                  <a:pt x="509587" y="595913"/>
                  <a:pt x="509587" y="652463"/>
                </a:cubicBezTo>
                <a:cubicBezTo>
                  <a:pt x="509587" y="765564"/>
                  <a:pt x="411504" y="857251"/>
                  <a:pt x="290512" y="857251"/>
                </a:cubicBezTo>
                <a:cubicBezTo>
                  <a:pt x="169520" y="857251"/>
                  <a:pt x="71437" y="765564"/>
                  <a:pt x="71437" y="652463"/>
                </a:cubicBezTo>
                <a:cubicBezTo>
                  <a:pt x="71437" y="595913"/>
                  <a:pt x="95958" y="544716"/>
                  <a:pt x="135603" y="507656"/>
                </a:cubicBezTo>
                <a:lnTo>
                  <a:pt x="145256" y="501572"/>
                </a:lnTo>
                <a:lnTo>
                  <a:pt x="145256" y="290512"/>
                </a:lnTo>
                <a:lnTo>
                  <a:pt x="0" y="29051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90F70F3-ACBE-DA76-8066-51976A4966B5}"/>
              </a:ext>
            </a:extLst>
          </p:cNvPr>
          <p:cNvSpPr/>
          <p:nvPr/>
        </p:nvSpPr>
        <p:spPr>
          <a:xfrm>
            <a:off x="8239872" y="3478848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62B1FEB-00A2-1BFA-6845-379A9ED7E538}"/>
              </a:ext>
            </a:extLst>
          </p:cNvPr>
          <p:cNvSpPr/>
          <p:nvPr/>
        </p:nvSpPr>
        <p:spPr>
          <a:xfrm>
            <a:off x="7780874" y="3939508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04CC6D-4806-E997-B7F5-770168AB23FE}"/>
              </a:ext>
            </a:extLst>
          </p:cNvPr>
          <p:cNvCxnSpPr>
            <a:cxnSpLocks/>
          </p:cNvCxnSpPr>
          <p:nvPr/>
        </p:nvCxnSpPr>
        <p:spPr>
          <a:xfrm flipH="1">
            <a:off x="7798972" y="3512197"/>
            <a:ext cx="458998" cy="46066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5914DE3C-4504-ACDF-2E7F-1DCB90889F34}"/>
              </a:ext>
            </a:extLst>
          </p:cNvPr>
          <p:cNvSpPr/>
          <p:nvPr/>
        </p:nvSpPr>
        <p:spPr>
          <a:xfrm>
            <a:off x="8244238" y="4875526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FE35113-C919-9781-21CB-8AEA24ED325A}"/>
              </a:ext>
            </a:extLst>
          </p:cNvPr>
          <p:cNvCxnSpPr>
            <a:cxnSpLocks/>
          </p:cNvCxnSpPr>
          <p:nvPr/>
        </p:nvCxnSpPr>
        <p:spPr>
          <a:xfrm flipH="1">
            <a:off x="8257970" y="4908875"/>
            <a:ext cx="4366" cy="570381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FD155620-E3EE-F944-D7D4-1BD61DF2D84A}"/>
              </a:ext>
            </a:extLst>
          </p:cNvPr>
          <p:cNvSpPr/>
          <p:nvPr/>
        </p:nvSpPr>
        <p:spPr>
          <a:xfrm>
            <a:off x="8234506" y="5456396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39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1</cp:revision>
  <dcterms:created xsi:type="dcterms:W3CDTF">2026-01-18T06:31:36Z</dcterms:created>
  <dcterms:modified xsi:type="dcterms:W3CDTF">2026-01-18T06:32:05Z</dcterms:modified>
</cp:coreProperties>
</file>