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D70C2-6801-EEFC-8AA6-AABD1189D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20D3FC-993A-F0D1-84E9-8559541FB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5E9A3F-AEF7-10DD-2E20-3D8949229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60C2A-B7A4-875E-D0BE-D2216CAF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AC6957-3A52-646E-531F-724743E0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456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84368F-096A-DB2F-8886-1900D49E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CB5EE5-9427-EDF6-898A-740840B74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E8362E-02CE-7A58-FC07-BFC2C1918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E64117-0F14-4B43-FAA7-93F47C62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F4ECA7-FBDA-D82B-D5AB-4FADA123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361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B95C2-A874-5EAF-0096-68702187B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34BD5F-50DB-22A5-D5EC-BFAC6241E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6F9AC-31A3-246E-7C81-AD13470A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124758-AEEF-C947-35B0-D79B13DB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C7FCC9-4501-AABA-1C88-FC39525A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57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6F619-6E06-BDE9-6AD5-4363806A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E66AFA-2812-268A-3202-FBEF83BFEC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D56F65-C507-EF17-D38A-9B34CA143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CB598C-B7E6-6242-1B28-F7324491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74C177-5FE8-B703-4936-96ABB755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5E8515-8A75-899C-059B-EED73B2F7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78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97120-1E49-0497-729D-D33610E08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342D15-99D3-AD20-0A5B-0E20FD933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9DAE61-3A00-5169-F452-E59415931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E8DB31-8870-2DBB-2AE0-066F96FCB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320CE5-2F9F-0CFB-CB5A-A2C98A6F2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BDC4B9-43BE-0197-79C4-29CA0872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50D1ED-2640-A432-E3D4-CED39E67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27AD59-C627-7E25-E85E-A5CB2695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8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C3F10-6A39-7099-9CCA-F21D31E76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4227E7-D428-0847-9FAB-96C006D8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D72EB5-420B-FDD8-98D4-0A3C0C0A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C4FB03-C1A9-4D1E-0B57-BC4CDB0B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606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2AA42F-71B2-90FC-E1C2-90B00B511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3B1C5C-8B1A-CAAA-FA3E-74F9EA33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110C0C-B039-AE48-2DDF-0755E89A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62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5B690-1C2F-746C-9186-C52F4B1E3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C5D343-D7B2-56FD-8AE0-9A7B77D5C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FABC17-03BF-DF19-7B29-313276CB4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F332D7-3DA6-878B-E8A2-7A745465D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D99A68-B772-AB5E-1455-DBE4CA2A7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86AB0F-DF4F-CE4A-98B4-10A23E55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327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D2F48-34EC-6B17-96B2-9F867432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847AB8-CA43-66AC-A9AC-7F04612A3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C7FD67-42A6-82C6-3EA4-F8FD6AC56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66DB8E-B66A-FA30-8AB9-8EED03D0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2F2F09-95BD-CC74-C44D-CF611867F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0BF426-714C-1ED3-F346-BD1262B38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69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25E10-399C-2D8F-04FF-C623301E9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237B25-2496-F0F6-1348-AE4C177FC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57DF3A-32E6-4E31-0EC8-B97C1A46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78E284-B5E1-2A4C-7DD6-5709D3722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FE0694-0B1A-4658-8182-54ED06F6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195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A378E7-F895-EAF3-D312-D7C1CACF9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0719FF-8306-19A3-369F-6EFF6ECC2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5520F7-F76F-4AB9-9117-9BE82BB8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2C8E51-662D-A4B7-4712-BA4423D86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9EC5C8-DAD7-C19C-730E-8B929CFF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899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F3CA36-C8A5-525B-C65A-687D360A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FFF177-28E2-6F99-C86A-1B4F4726C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EA6F07-B2B1-46F7-6EFE-AEE6B05CE7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F7AEF-01E5-4605-809B-790ABF7C96BE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64B97D-FCB7-9962-170B-EDC58E67F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B97C05-F4ED-E76D-CE74-CEBE95A17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33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51986ED7-713F-BF16-C0C7-F8A8BC171B25}"/>
              </a:ext>
            </a:extLst>
          </p:cNvPr>
          <p:cNvGrpSpPr/>
          <p:nvPr/>
        </p:nvGrpSpPr>
        <p:grpSpPr>
          <a:xfrm>
            <a:off x="665913" y="796860"/>
            <a:ext cx="3084331" cy="2928629"/>
            <a:chOff x="665913" y="796860"/>
            <a:chExt cx="3084331" cy="292862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2BAAEE0-70F3-6EE0-63AF-4EE4B27E30D8}"/>
                </a:ext>
              </a:extLst>
            </p:cNvPr>
            <p:cNvSpPr/>
            <p:nvPr/>
          </p:nvSpPr>
          <p:spPr>
            <a:xfrm>
              <a:off x="2610716" y="2492719"/>
              <a:ext cx="1139528" cy="123277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D3563558-9AAD-5BBD-D6D0-9D9CEF304713}"/>
                </a:ext>
              </a:extLst>
            </p:cNvPr>
            <p:cNvSpPr/>
            <p:nvPr/>
          </p:nvSpPr>
          <p:spPr>
            <a:xfrm>
              <a:off x="3004558" y="2860002"/>
              <a:ext cx="351844" cy="498204"/>
            </a:xfrm>
            <a:custGeom>
              <a:avLst/>
              <a:gdLst>
                <a:gd name="connsiteX0" fmla="*/ 290512 w 581025"/>
                <a:gd name="connsiteY0" fmla="*/ 0 h 857251"/>
                <a:gd name="connsiteX1" fmla="*/ 581025 w 581025"/>
                <a:gd name="connsiteY1" fmla="*/ 290512 h 857251"/>
                <a:gd name="connsiteX2" fmla="*/ 435769 w 581025"/>
                <a:gd name="connsiteY2" fmla="*/ 290512 h 857251"/>
                <a:gd name="connsiteX3" fmla="*/ 435769 w 581025"/>
                <a:gd name="connsiteY3" fmla="*/ 501573 h 857251"/>
                <a:gd name="connsiteX4" fmla="*/ 445422 w 581025"/>
                <a:gd name="connsiteY4" fmla="*/ 507656 h 857251"/>
                <a:gd name="connsiteX5" fmla="*/ 509587 w 581025"/>
                <a:gd name="connsiteY5" fmla="*/ 652463 h 857251"/>
                <a:gd name="connsiteX6" fmla="*/ 290512 w 581025"/>
                <a:gd name="connsiteY6" fmla="*/ 857251 h 857251"/>
                <a:gd name="connsiteX7" fmla="*/ 71437 w 581025"/>
                <a:gd name="connsiteY7" fmla="*/ 652463 h 857251"/>
                <a:gd name="connsiteX8" fmla="*/ 135603 w 581025"/>
                <a:gd name="connsiteY8" fmla="*/ 507656 h 857251"/>
                <a:gd name="connsiteX9" fmla="*/ 145256 w 581025"/>
                <a:gd name="connsiteY9" fmla="*/ 501572 h 857251"/>
                <a:gd name="connsiteX10" fmla="*/ 145256 w 581025"/>
                <a:gd name="connsiteY10" fmla="*/ 290512 h 857251"/>
                <a:gd name="connsiteX11" fmla="*/ 0 w 581025"/>
                <a:gd name="connsiteY11" fmla="*/ 290512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1025" h="857251">
                  <a:moveTo>
                    <a:pt x="290512" y="0"/>
                  </a:moveTo>
                  <a:lnTo>
                    <a:pt x="581025" y="290512"/>
                  </a:lnTo>
                  <a:lnTo>
                    <a:pt x="435769" y="290512"/>
                  </a:lnTo>
                  <a:lnTo>
                    <a:pt x="435769" y="501573"/>
                  </a:lnTo>
                  <a:lnTo>
                    <a:pt x="445422" y="507656"/>
                  </a:lnTo>
                  <a:cubicBezTo>
                    <a:pt x="485066" y="544716"/>
                    <a:pt x="509587" y="595913"/>
                    <a:pt x="509587" y="652463"/>
                  </a:cubicBezTo>
                  <a:cubicBezTo>
                    <a:pt x="509587" y="765564"/>
                    <a:pt x="411504" y="857251"/>
                    <a:pt x="290512" y="857251"/>
                  </a:cubicBezTo>
                  <a:cubicBezTo>
                    <a:pt x="169520" y="857251"/>
                    <a:pt x="71437" y="765564"/>
                    <a:pt x="71437" y="652463"/>
                  </a:cubicBezTo>
                  <a:cubicBezTo>
                    <a:pt x="71437" y="595913"/>
                    <a:pt x="95958" y="544716"/>
                    <a:pt x="135603" y="507656"/>
                  </a:cubicBezTo>
                  <a:lnTo>
                    <a:pt x="145256" y="501572"/>
                  </a:lnTo>
                  <a:lnTo>
                    <a:pt x="145256" y="290512"/>
                  </a:lnTo>
                  <a:lnTo>
                    <a:pt x="0" y="290512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719F40A0-2959-BEB4-1214-E27DB6D97A8F}"/>
                </a:ext>
              </a:extLst>
            </p:cNvPr>
            <p:cNvSpPr/>
            <p:nvPr/>
          </p:nvSpPr>
          <p:spPr>
            <a:xfrm rot="10296316">
              <a:off x="2828636" y="935142"/>
              <a:ext cx="351844" cy="498204"/>
            </a:xfrm>
            <a:custGeom>
              <a:avLst/>
              <a:gdLst>
                <a:gd name="connsiteX0" fmla="*/ 290512 w 581025"/>
                <a:gd name="connsiteY0" fmla="*/ 0 h 857251"/>
                <a:gd name="connsiteX1" fmla="*/ 581025 w 581025"/>
                <a:gd name="connsiteY1" fmla="*/ 290512 h 857251"/>
                <a:gd name="connsiteX2" fmla="*/ 435769 w 581025"/>
                <a:gd name="connsiteY2" fmla="*/ 290512 h 857251"/>
                <a:gd name="connsiteX3" fmla="*/ 435769 w 581025"/>
                <a:gd name="connsiteY3" fmla="*/ 501573 h 857251"/>
                <a:gd name="connsiteX4" fmla="*/ 445422 w 581025"/>
                <a:gd name="connsiteY4" fmla="*/ 507656 h 857251"/>
                <a:gd name="connsiteX5" fmla="*/ 509587 w 581025"/>
                <a:gd name="connsiteY5" fmla="*/ 652463 h 857251"/>
                <a:gd name="connsiteX6" fmla="*/ 290512 w 581025"/>
                <a:gd name="connsiteY6" fmla="*/ 857251 h 857251"/>
                <a:gd name="connsiteX7" fmla="*/ 71437 w 581025"/>
                <a:gd name="connsiteY7" fmla="*/ 652463 h 857251"/>
                <a:gd name="connsiteX8" fmla="*/ 135603 w 581025"/>
                <a:gd name="connsiteY8" fmla="*/ 507656 h 857251"/>
                <a:gd name="connsiteX9" fmla="*/ 145256 w 581025"/>
                <a:gd name="connsiteY9" fmla="*/ 501572 h 857251"/>
                <a:gd name="connsiteX10" fmla="*/ 145256 w 581025"/>
                <a:gd name="connsiteY10" fmla="*/ 290512 h 857251"/>
                <a:gd name="connsiteX11" fmla="*/ 0 w 581025"/>
                <a:gd name="connsiteY11" fmla="*/ 290512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1025" h="857251">
                  <a:moveTo>
                    <a:pt x="290512" y="0"/>
                  </a:moveTo>
                  <a:lnTo>
                    <a:pt x="581025" y="290512"/>
                  </a:lnTo>
                  <a:lnTo>
                    <a:pt x="435769" y="290512"/>
                  </a:lnTo>
                  <a:lnTo>
                    <a:pt x="435769" y="501573"/>
                  </a:lnTo>
                  <a:lnTo>
                    <a:pt x="445422" y="507656"/>
                  </a:lnTo>
                  <a:cubicBezTo>
                    <a:pt x="485066" y="544716"/>
                    <a:pt x="509587" y="595913"/>
                    <a:pt x="509587" y="652463"/>
                  </a:cubicBezTo>
                  <a:cubicBezTo>
                    <a:pt x="509587" y="765564"/>
                    <a:pt x="411504" y="857251"/>
                    <a:pt x="290512" y="857251"/>
                  </a:cubicBezTo>
                  <a:cubicBezTo>
                    <a:pt x="169520" y="857251"/>
                    <a:pt x="71437" y="765564"/>
                    <a:pt x="71437" y="652463"/>
                  </a:cubicBezTo>
                  <a:cubicBezTo>
                    <a:pt x="71437" y="595913"/>
                    <a:pt x="95958" y="544716"/>
                    <a:pt x="135603" y="507656"/>
                  </a:cubicBezTo>
                  <a:lnTo>
                    <a:pt x="145256" y="501572"/>
                  </a:lnTo>
                  <a:lnTo>
                    <a:pt x="145256" y="290512"/>
                  </a:lnTo>
                  <a:lnTo>
                    <a:pt x="0" y="290512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264D82A-B8BC-11C2-5900-9F6294399A25}"/>
                </a:ext>
              </a:extLst>
            </p:cNvPr>
            <p:cNvSpPr/>
            <p:nvPr/>
          </p:nvSpPr>
          <p:spPr>
            <a:xfrm>
              <a:off x="665913" y="871660"/>
              <a:ext cx="268472" cy="96621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BA4C290-B529-0F14-64E6-A215DF51F240}"/>
                </a:ext>
              </a:extLst>
            </p:cNvPr>
            <p:cNvSpPr/>
            <p:nvPr/>
          </p:nvSpPr>
          <p:spPr>
            <a:xfrm>
              <a:off x="665913" y="1117881"/>
              <a:ext cx="268472" cy="9662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3AA679-B644-69C6-B66B-03FF2C41D148}"/>
                </a:ext>
              </a:extLst>
            </p:cNvPr>
            <p:cNvSpPr txBox="1"/>
            <p:nvPr/>
          </p:nvSpPr>
          <p:spPr>
            <a:xfrm>
              <a:off x="995908" y="796860"/>
              <a:ext cx="11376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/>
                <a:t>플레이어 캐릭터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2B4F207-B896-1B57-96C8-A40AC746B0EB}"/>
                </a:ext>
              </a:extLst>
            </p:cNvPr>
            <p:cNvSpPr txBox="1"/>
            <p:nvPr/>
          </p:nvSpPr>
          <p:spPr>
            <a:xfrm>
              <a:off x="995908" y="1043081"/>
              <a:ext cx="11376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/>
                <a:t>몬스터</a:t>
              </a: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B13B63D5-2FC3-A502-7166-F5520F25E325}"/>
                </a:ext>
              </a:extLst>
            </p:cNvPr>
            <p:cNvSpPr/>
            <p:nvPr/>
          </p:nvSpPr>
          <p:spPr>
            <a:xfrm>
              <a:off x="665913" y="1400627"/>
              <a:ext cx="268472" cy="96621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326A06D-1C49-1F31-CFFC-CC7C294BB535}"/>
                </a:ext>
              </a:extLst>
            </p:cNvPr>
            <p:cNvSpPr txBox="1"/>
            <p:nvPr/>
          </p:nvSpPr>
          <p:spPr>
            <a:xfrm>
              <a:off x="992377" y="1311973"/>
              <a:ext cx="11376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/>
                <a:t>1m</a:t>
              </a:r>
              <a:r>
                <a:rPr lang="ko-KR" altLang="en-US" sz="1000"/>
                <a:t>반경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E9C2D57-A761-3DB7-3574-E3F0F9B994D3}"/>
              </a:ext>
            </a:extLst>
          </p:cNvPr>
          <p:cNvGrpSpPr/>
          <p:nvPr/>
        </p:nvGrpSpPr>
        <p:grpSpPr>
          <a:xfrm>
            <a:off x="4410798" y="919970"/>
            <a:ext cx="3084331" cy="2928629"/>
            <a:chOff x="4410798" y="919970"/>
            <a:chExt cx="3084331" cy="2928629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E567CFE-D8D8-89DF-7E50-65992F5BA92D}"/>
                </a:ext>
              </a:extLst>
            </p:cNvPr>
            <p:cNvGrpSpPr/>
            <p:nvPr/>
          </p:nvGrpSpPr>
          <p:grpSpPr>
            <a:xfrm>
              <a:off x="4410798" y="919970"/>
              <a:ext cx="3084331" cy="2928629"/>
              <a:chOff x="665913" y="796860"/>
              <a:chExt cx="3084331" cy="2928629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6C7263F3-964B-E492-0101-72118FAFAD11}"/>
                  </a:ext>
                </a:extLst>
              </p:cNvPr>
              <p:cNvSpPr/>
              <p:nvPr/>
            </p:nvSpPr>
            <p:spPr>
              <a:xfrm>
                <a:off x="2610716" y="2492719"/>
                <a:ext cx="1139528" cy="123277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9B27F32D-B803-B150-9EF7-EF0067DA4483}"/>
                  </a:ext>
                </a:extLst>
              </p:cNvPr>
              <p:cNvSpPr/>
              <p:nvPr/>
            </p:nvSpPr>
            <p:spPr>
              <a:xfrm>
                <a:off x="3004558" y="2860002"/>
                <a:ext cx="351844" cy="498204"/>
              </a:xfrm>
              <a:custGeom>
                <a:avLst/>
                <a:gdLst>
                  <a:gd name="connsiteX0" fmla="*/ 290512 w 581025"/>
                  <a:gd name="connsiteY0" fmla="*/ 0 h 857251"/>
                  <a:gd name="connsiteX1" fmla="*/ 581025 w 581025"/>
                  <a:gd name="connsiteY1" fmla="*/ 290512 h 857251"/>
                  <a:gd name="connsiteX2" fmla="*/ 435769 w 581025"/>
                  <a:gd name="connsiteY2" fmla="*/ 290512 h 857251"/>
                  <a:gd name="connsiteX3" fmla="*/ 435769 w 581025"/>
                  <a:gd name="connsiteY3" fmla="*/ 501573 h 857251"/>
                  <a:gd name="connsiteX4" fmla="*/ 445422 w 581025"/>
                  <a:gd name="connsiteY4" fmla="*/ 507656 h 857251"/>
                  <a:gd name="connsiteX5" fmla="*/ 509587 w 581025"/>
                  <a:gd name="connsiteY5" fmla="*/ 652463 h 857251"/>
                  <a:gd name="connsiteX6" fmla="*/ 290512 w 581025"/>
                  <a:gd name="connsiteY6" fmla="*/ 857251 h 857251"/>
                  <a:gd name="connsiteX7" fmla="*/ 71437 w 581025"/>
                  <a:gd name="connsiteY7" fmla="*/ 652463 h 857251"/>
                  <a:gd name="connsiteX8" fmla="*/ 135603 w 581025"/>
                  <a:gd name="connsiteY8" fmla="*/ 507656 h 857251"/>
                  <a:gd name="connsiteX9" fmla="*/ 145256 w 581025"/>
                  <a:gd name="connsiteY9" fmla="*/ 501572 h 857251"/>
                  <a:gd name="connsiteX10" fmla="*/ 145256 w 581025"/>
                  <a:gd name="connsiteY10" fmla="*/ 290512 h 857251"/>
                  <a:gd name="connsiteX11" fmla="*/ 0 w 581025"/>
                  <a:gd name="connsiteY11" fmla="*/ 290512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81025" h="857251">
                    <a:moveTo>
                      <a:pt x="290512" y="0"/>
                    </a:moveTo>
                    <a:lnTo>
                      <a:pt x="581025" y="290512"/>
                    </a:lnTo>
                    <a:lnTo>
                      <a:pt x="435769" y="290512"/>
                    </a:lnTo>
                    <a:lnTo>
                      <a:pt x="435769" y="501573"/>
                    </a:lnTo>
                    <a:lnTo>
                      <a:pt x="445422" y="507656"/>
                    </a:lnTo>
                    <a:cubicBezTo>
                      <a:pt x="485066" y="544716"/>
                      <a:pt x="509587" y="595913"/>
                      <a:pt x="509587" y="652463"/>
                    </a:cubicBezTo>
                    <a:cubicBezTo>
                      <a:pt x="509587" y="765564"/>
                      <a:pt x="411504" y="857251"/>
                      <a:pt x="290512" y="857251"/>
                    </a:cubicBezTo>
                    <a:cubicBezTo>
                      <a:pt x="169520" y="857251"/>
                      <a:pt x="71437" y="765564"/>
                      <a:pt x="71437" y="652463"/>
                    </a:cubicBezTo>
                    <a:cubicBezTo>
                      <a:pt x="71437" y="595913"/>
                      <a:pt x="95958" y="544716"/>
                      <a:pt x="135603" y="507656"/>
                    </a:cubicBezTo>
                    <a:lnTo>
                      <a:pt x="145256" y="501572"/>
                    </a:lnTo>
                    <a:lnTo>
                      <a:pt x="145256" y="290512"/>
                    </a:lnTo>
                    <a:lnTo>
                      <a:pt x="0" y="290512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2860E7AD-EE02-C27B-8966-546FBC4550DE}"/>
                  </a:ext>
                </a:extLst>
              </p:cNvPr>
              <p:cNvSpPr/>
              <p:nvPr/>
            </p:nvSpPr>
            <p:spPr>
              <a:xfrm rot="10296316">
                <a:off x="2828636" y="935142"/>
                <a:ext cx="351844" cy="498204"/>
              </a:xfrm>
              <a:custGeom>
                <a:avLst/>
                <a:gdLst>
                  <a:gd name="connsiteX0" fmla="*/ 290512 w 581025"/>
                  <a:gd name="connsiteY0" fmla="*/ 0 h 857251"/>
                  <a:gd name="connsiteX1" fmla="*/ 581025 w 581025"/>
                  <a:gd name="connsiteY1" fmla="*/ 290512 h 857251"/>
                  <a:gd name="connsiteX2" fmla="*/ 435769 w 581025"/>
                  <a:gd name="connsiteY2" fmla="*/ 290512 h 857251"/>
                  <a:gd name="connsiteX3" fmla="*/ 435769 w 581025"/>
                  <a:gd name="connsiteY3" fmla="*/ 501573 h 857251"/>
                  <a:gd name="connsiteX4" fmla="*/ 445422 w 581025"/>
                  <a:gd name="connsiteY4" fmla="*/ 507656 h 857251"/>
                  <a:gd name="connsiteX5" fmla="*/ 509587 w 581025"/>
                  <a:gd name="connsiteY5" fmla="*/ 652463 h 857251"/>
                  <a:gd name="connsiteX6" fmla="*/ 290512 w 581025"/>
                  <a:gd name="connsiteY6" fmla="*/ 857251 h 857251"/>
                  <a:gd name="connsiteX7" fmla="*/ 71437 w 581025"/>
                  <a:gd name="connsiteY7" fmla="*/ 652463 h 857251"/>
                  <a:gd name="connsiteX8" fmla="*/ 135603 w 581025"/>
                  <a:gd name="connsiteY8" fmla="*/ 507656 h 857251"/>
                  <a:gd name="connsiteX9" fmla="*/ 145256 w 581025"/>
                  <a:gd name="connsiteY9" fmla="*/ 501572 h 857251"/>
                  <a:gd name="connsiteX10" fmla="*/ 145256 w 581025"/>
                  <a:gd name="connsiteY10" fmla="*/ 290512 h 857251"/>
                  <a:gd name="connsiteX11" fmla="*/ 0 w 581025"/>
                  <a:gd name="connsiteY11" fmla="*/ 290512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81025" h="857251">
                    <a:moveTo>
                      <a:pt x="290512" y="0"/>
                    </a:moveTo>
                    <a:lnTo>
                      <a:pt x="581025" y="290512"/>
                    </a:lnTo>
                    <a:lnTo>
                      <a:pt x="435769" y="290512"/>
                    </a:lnTo>
                    <a:lnTo>
                      <a:pt x="435769" y="501573"/>
                    </a:lnTo>
                    <a:lnTo>
                      <a:pt x="445422" y="507656"/>
                    </a:lnTo>
                    <a:cubicBezTo>
                      <a:pt x="485066" y="544716"/>
                      <a:pt x="509587" y="595913"/>
                      <a:pt x="509587" y="652463"/>
                    </a:cubicBezTo>
                    <a:cubicBezTo>
                      <a:pt x="509587" y="765564"/>
                      <a:pt x="411504" y="857251"/>
                      <a:pt x="290512" y="857251"/>
                    </a:cubicBezTo>
                    <a:cubicBezTo>
                      <a:pt x="169520" y="857251"/>
                      <a:pt x="71437" y="765564"/>
                      <a:pt x="71437" y="652463"/>
                    </a:cubicBezTo>
                    <a:cubicBezTo>
                      <a:pt x="71437" y="595913"/>
                      <a:pt x="95958" y="544716"/>
                      <a:pt x="135603" y="507656"/>
                    </a:cubicBezTo>
                    <a:lnTo>
                      <a:pt x="145256" y="501572"/>
                    </a:lnTo>
                    <a:lnTo>
                      <a:pt x="145256" y="290512"/>
                    </a:lnTo>
                    <a:lnTo>
                      <a:pt x="0" y="290512"/>
                    </a:lnTo>
                    <a:close/>
                  </a:path>
                </a:pathLst>
              </a:custGeom>
              <a:solidFill>
                <a:srgbClr val="FF0000">
                  <a:alpha val="55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189D6A27-7623-AC33-256E-A9336B2F44CC}"/>
                  </a:ext>
                </a:extLst>
              </p:cNvPr>
              <p:cNvSpPr/>
              <p:nvPr/>
            </p:nvSpPr>
            <p:spPr>
              <a:xfrm>
                <a:off x="665913" y="871660"/>
                <a:ext cx="268472" cy="96621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49E71DC3-5EBF-77AB-046C-299541F87132}"/>
                  </a:ext>
                </a:extLst>
              </p:cNvPr>
              <p:cNvSpPr/>
              <p:nvPr/>
            </p:nvSpPr>
            <p:spPr>
              <a:xfrm>
                <a:off x="665913" y="1117881"/>
                <a:ext cx="268472" cy="9662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7D7E0F3-6EBD-2818-8E2E-BFF8B83CFFCC}"/>
                  </a:ext>
                </a:extLst>
              </p:cNvPr>
              <p:cNvSpPr txBox="1"/>
              <p:nvPr/>
            </p:nvSpPr>
            <p:spPr>
              <a:xfrm>
                <a:off x="995908" y="796860"/>
                <a:ext cx="113769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/>
                  <a:t>플레이어 캐릭터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102C03D-3D7D-F1A5-C539-4E042262BA38}"/>
                  </a:ext>
                </a:extLst>
              </p:cNvPr>
              <p:cNvSpPr txBox="1"/>
              <p:nvPr/>
            </p:nvSpPr>
            <p:spPr>
              <a:xfrm>
                <a:off x="995908" y="1043081"/>
                <a:ext cx="113769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/>
                  <a:t>몬스터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82D183A8-2FB3-052B-21DA-63AA33E0EA60}"/>
                  </a:ext>
                </a:extLst>
              </p:cNvPr>
              <p:cNvSpPr/>
              <p:nvPr/>
            </p:nvSpPr>
            <p:spPr>
              <a:xfrm>
                <a:off x="665913" y="1400627"/>
                <a:ext cx="268472" cy="96621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B6832C8-2329-0A95-4BE6-0C73C21FE38C}"/>
                  </a:ext>
                </a:extLst>
              </p:cNvPr>
              <p:cNvSpPr txBox="1"/>
              <p:nvPr/>
            </p:nvSpPr>
            <p:spPr>
              <a:xfrm>
                <a:off x="992377" y="1311973"/>
                <a:ext cx="113769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/>
                  <a:t>1m</a:t>
                </a:r>
                <a:r>
                  <a:rPr lang="ko-KR" altLang="en-US" sz="1000"/>
                  <a:t>반경</a:t>
                </a:r>
              </a:p>
            </p:txBody>
          </p:sp>
        </p:grp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A4C637D5-87CF-9AC9-2996-0761E1C59B23}"/>
                </a:ext>
              </a:extLst>
            </p:cNvPr>
            <p:cNvSpPr/>
            <p:nvPr/>
          </p:nvSpPr>
          <p:spPr>
            <a:xfrm rot="10414822">
              <a:off x="6701478" y="2461894"/>
              <a:ext cx="351844" cy="498204"/>
            </a:xfrm>
            <a:custGeom>
              <a:avLst/>
              <a:gdLst>
                <a:gd name="connsiteX0" fmla="*/ 290512 w 581025"/>
                <a:gd name="connsiteY0" fmla="*/ 0 h 857251"/>
                <a:gd name="connsiteX1" fmla="*/ 581025 w 581025"/>
                <a:gd name="connsiteY1" fmla="*/ 290512 h 857251"/>
                <a:gd name="connsiteX2" fmla="*/ 435769 w 581025"/>
                <a:gd name="connsiteY2" fmla="*/ 290512 h 857251"/>
                <a:gd name="connsiteX3" fmla="*/ 435769 w 581025"/>
                <a:gd name="connsiteY3" fmla="*/ 501573 h 857251"/>
                <a:gd name="connsiteX4" fmla="*/ 445422 w 581025"/>
                <a:gd name="connsiteY4" fmla="*/ 507656 h 857251"/>
                <a:gd name="connsiteX5" fmla="*/ 509587 w 581025"/>
                <a:gd name="connsiteY5" fmla="*/ 652463 h 857251"/>
                <a:gd name="connsiteX6" fmla="*/ 290512 w 581025"/>
                <a:gd name="connsiteY6" fmla="*/ 857251 h 857251"/>
                <a:gd name="connsiteX7" fmla="*/ 71437 w 581025"/>
                <a:gd name="connsiteY7" fmla="*/ 652463 h 857251"/>
                <a:gd name="connsiteX8" fmla="*/ 135603 w 581025"/>
                <a:gd name="connsiteY8" fmla="*/ 507656 h 857251"/>
                <a:gd name="connsiteX9" fmla="*/ 145256 w 581025"/>
                <a:gd name="connsiteY9" fmla="*/ 501572 h 857251"/>
                <a:gd name="connsiteX10" fmla="*/ 145256 w 581025"/>
                <a:gd name="connsiteY10" fmla="*/ 290512 h 857251"/>
                <a:gd name="connsiteX11" fmla="*/ 0 w 581025"/>
                <a:gd name="connsiteY11" fmla="*/ 290512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1025" h="857251">
                  <a:moveTo>
                    <a:pt x="290512" y="0"/>
                  </a:moveTo>
                  <a:lnTo>
                    <a:pt x="581025" y="290512"/>
                  </a:lnTo>
                  <a:lnTo>
                    <a:pt x="435769" y="290512"/>
                  </a:lnTo>
                  <a:lnTo>
                    <a:pt x="435769" y="501573"/>
                  </a:lnTo>
                  <a:lnTo>
                    <a:pt x="445422" y="507656"/>
                  </a:lnTo>
                  <a:cubicBezTo>
                    <a:pt x="485066" y="544716"/>
                    <a:pt x="509587" y="595913"/>
                    <a:pt x="509587" y="652463"/>
                  </a:cubicBezTo>
                  <a:cubicBezTo>
                    <a:pt x="509587" y="765564"/>
                    <a:pt x="411504" y="857251"/>
                    <a:pt x="290512" y="857251"/>
                  </a:cubicBezTo>
                  <a:cubicBezTo>
                    <a:pt x="169520" y="857251"/>
                    <a:pt x="71437" y="765564"/>
                    <a:pt x="71437" y="652463"/>
                  </a:cubicBezTo>
                  <a:cubicBezTo>
                    <a:pt x="71437" y="595913"/>
                    <a:pt x="95958" y="544716"/>
                    <a:pt x="135603" y="507656"/>
                  </a:cubicBezTo>
                  <a:lnTo>
                    <a:pt x="145256" y="501572"/>
                  </a:lnTo>
                  <a:lnTo>
                    <a:pt x="145256" y="290512"/>
                  </a:lnTo>
                  <a:lnTo>
                    <a:pt x="0" y="290512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B805D1D7-AE69-B816-0F5B-7CDBFC38D0C5}"/>
                </a:ext>
              </a:extLst>
            </p:cNvPr>
            <p:cNvCxnSpPr>
              <a:cxnSpLocks/>
              <a:stCxn id="46" idx="1"/>
              <a:endCxn id="47" idx="0"/>
            </p:cNvCxnSpPr>
            <p:nvPr/>
          </p:nvCxnSpPr>
          <p:spPr>
            <a:xfrm>
              <a:off x="6722324" y="1153793"/>
              <a:ext cx="144122" cy="144631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0B7ECF9A-60B8-6C51-00CE-06DACADAC522}"/>
                </a:ext>
              </a:extLst>
            </p:cNvPr>
            <p:cNvSpPr/>
            <p:nvPr/>
          </p:nvSpPr>
          <p:spPr>
            <a:xfrm>
              <a:off x="6715629" y="114709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45C8EC9-E0BA-FB27-058A-F9B35EA3B7AC}"/>
                </a:ext>
              </a:extLst>
            </p:cNvPr>
            <p:cNvSpPr/>
            <p:nvPr/>
          </p:nvSpPr>
          <p:spPr>
            <a:xfrm>
              <a:off x="6843586" y="260011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3368A0F-37E4-8A43-F4A6-76307912FBA8}"/>
              </a:ext>
            </a:extLst>
          </p:cNvPr>
          <p:cNvGrpSpPr/>
          <p:nvPr/>
        </p:nvGrpSpPr>
        <p:grpSpPr>
          <a:xfrm>
            <a:off x="8558320" y="1026532"/>
            <a:ext cx="3084331" cy="2928629"/>
            <a:chOff x="4410798" y="919970"/>
            <a:chExt cx="3084331" cy="2928629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FF62F953-6DA2-0582-7D3A-C98E275CB646}"/>
                </a:ext>
              </a:extLst>
            </p:cNvPr>
            <p:cNvGrpSpPr/>
            <p:nvPr/>
          </p:nvGrpSpPr>
          <p:grpSpPr>
            <a:xfrm>
              <a:off x="4410798" y="919970"/>
              <a:ext cx="3084331" cy="2928629"/>
              <a:chOff x="665913" y="796860"/>
              <a:chExt cx="3084331" cy="2928629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120D3C05-337E-6CB3-2514-2E79D3C346AB}"/>
                  </a:ext>
                </a:extLst>
              </p:cNvPr>
              <p:cNvSpPr/>
              <p:nvPr/>
            </p:nvSpPr>
            <p:spPr>
              <a:xfrm>
                <a:off x="2610716" y="2492719"/>
                <a:ext cx="1139528" cy="1232770"/>
              </a:xfrm>
              <a:prstGeom prst="ellipse">
                <a:avLst/>
              </a:prstGeom>
              <a:solidFill>
                <a:srgbClr val="FFC000">
                  <a:alpha val="55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F877305F-B55E-83CB-45F1-2E4FB55B79EA}"/>
                  </a:ext>
                </a:extLst>
              </p:cNvPr>
              <p:cNvSpPr/>
              <p:nvPr/>
            </p:nvSpPr>
            <p:spPr>
              <a:xfrm>
                <a:off x="3004558" y="2860002"/>
                <a:ext cx="351844" cy="498204"/>
              </a:xfrm>
              <a:custGeom>
                <a:avLst/>
                <a:gdLst>
                  <a:gd name="connsiteX0" fmla="*/ 290512 w 581025"/>
                  <a:gd name="connsiteY0" fmla="*/ 0 h 857251"/>
                  <a:gd name="connsiteX1" fmla="*/ 581025 w 581025"/>
                  <a:gd name="connsiteY1" fmla="*/ 290512 h 857251"/>
                  <a:gd name="connsiteX2" fmla="*/ 435769 w 581025"/>
                  <a:gd name="connsiteY2" fmla="*/ 290512 h 857251"/>
                  <a:gd name="connsiteX3" fmla="*/ 435769 w 581025"/>
                  <a:gd name="connsiteY3" fmla="*/ 501573 h 857251"/>
                  <a:gd name="connsiteX4" fmla="*/ 445422 w 581025"/>
                  <a:gd name="connsiteY4" fmla="*/ 507656 h 857251"/>
                  <a:gd name="connsiteX5" fmla="*/ 509587 w 581025"/>
                  <a:gd name="connsiteY5" fmla="*/ 652463 h 857251"/>
                  <a:gd name="connsiteX6" fmla="*/ 290512 w 581025"/>
                  <a:gd name="connsiteY6" fmla="*/ 857251 h 857251"/>
                  <a:gd name="connsiteX7" fmla="*/ 71437 w 581025"/>
                  <a:gd name="connsiteY7" fmla="*/ 652463 h 857251"/>
                  <a:gd name="connsiteX8" fmla="*/ 135603 w 581025"/>
                  <a:gd name="connsiteY8" fmla="*/ 507656 h 857251"/>
                  <a:gd name="connsiteX9" fmla="*/ 145256 w 581025"/>
                  <a:gd name="connsiteY9" fmla="*/ 501572 h 857251"/>
                  <a:gd name="connsiteX10" fmla="*/ 145256 w 581025"/>
                  <a:gd name="connsiteY10" fmla="*/ 290512 h 857251"/>
                  <a:gd name="connsiteX11" fmla="*/ 0 w 581025"/>
                  <a:gd name="connsiteY11" fmla="*/ 290512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81025" h="857251">
                    <a:moveTo>
                      <a:pt x="290512" y="0"/>
                    </a:moveTo>
                    <a:lnTo>
                      <a:pt x="581025" y="290512"/>
                    </a:lnTo>
                    <a:lnTo>
                      <a:pt x="435769" y="290512"/>
                    </a:lnTo>
                    <a:lnTo>
                      <a:pt x="435769" y="501573"/>
                    </a:lnTo>
                    <a:lnTo>
                      <a:pt x="445422" y="507656"/>
                    </a:lnTo>
                    <a:cubicBezTo>
                      <a:pt x="485066" y="544716"/>
                      <a:pt x="509587" y="595913"/>
                      <a:pt x="509587" y="652463"/>
                    </a:cubicBezTo>
                    <a:cubicBezTo>
                      <a:pt x="509587" y="765564"/>
                      <a:pt x="411504" y="857251"/>
                      <a:pt x="290512" y="857251"/>
                    </a:cubicBezTo>
                    <a:cubicBezTo>
                      <a:pt x="169520" y="857251"/>
                      <a:pt x="71437" y="765564"/>
                      <a:pt x="71437" y="652463"/>
                    </a:cubicBezTo>
                    <a:cubicBezTo>
                      <a:pt x="71437" y="595913"/>
                      <a:pt x="95958" y="544716"/>
                      <a:pt x="135603" y="507656"/>
                    </a:cubicBezTo>
                    <a:lnTo>
                      <a:pt x="145256" y="501572"/>
                    </a:lnTo>
                    <a:lnTo>
                      <a:pt x="145256" y="290512"/>
                    </a:lnTo>
                    <a:lnTo>
                      <a:pt x="0" y="290512"/>
                    </a:lnTo>
                    <a:close/>
                  </a:path>
                </a:pathLst>
              </a:custGeom>
              <a:solidFill>
                <a:srgbClr val="00B0F0">
                  <a:alpha val="55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42622619-1B21-F476-9D27-AB0F594616D8}"/>
                  </a:ext>
                </a:extLst>
              </p:cNvPr>
              <p:cNvSpPr/>
              <p:nvPr/>
            </p:nvSpPr>
            <p:spPr>
              <a:xfrm>
                <a:off x="665913" y="871660"/>
                <a:ext cx="268472" cy="96621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A7BB4D09-7A28-BA0D-D0D3-990FCD6CB05E}"/>
                  </a:ext>
                </a:extLst>
              </p:cNvPr>
              <p:cNvSpPr/>
              <p:nvPr/>
            </p:nvSpPr>
            <p:spPr>
              <a:xfrm>
                <a:off x="665913" y="1117881"/>
                <a:ext cx="268472" cy="9662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751BF41-4B7B-D8A4-DC99-ED4B1C95E599}"/>
                  </a:ext>
                </a:extLst>
              </p:cNvPr>
              <p:cNvSpPr txBox="1"/>
              <p:nvPr/>
            </p:nvSpPr>
            <p:spPr>
              <a:xfrm>
                <a:off x="995908" y="796860"/>
                <a:ext cx="113769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/>
                  <a:t>플레이어 캐릭터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D600D87-97BA-6F35-0115-3995A6DECA07}"/>
                  </a:ext>
                </a:extLst>
              </p:cNvPr>
              <p:cNvSpPr txBox="1"/>
              <p:nvPr/>
            </p:nvSpPr>
            <p:spPr>
              <a:xfrm>
                <a:off x="995908" y="1043081"/>
                <a:ext cx="113769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/>
                  <a:t>몬스터</a:t>
                </a: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9669C610-DEF0-ECC8-92C3-69275DC15839}"/>
                  </a:ext>
                </a:extLst>
              </p:cNvPr>
              <p:cNvSpPr/>
              <p:nvPr/>
            </p:nvSpPr>
            <p:spPr>
              <a:xfrm>
                <a:off x="665913" y="1400627"/>
                <a:ext cx="268472" cy="96621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DA71DE8-9242-E866-8ABF-533AAFE19F97}"/>
                  </a:ext>
                </a:extLst>
              </p:cNvPr>
              <p:cNvSpPr txBox="1"/>
              <p:nvPr/>
            </p:nvSpPr>
            <p:spPr>
              <a:xfrm>
                <a:off x="992377" y="1311973"/>
                <a:ext cx="113769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/>
                  <a:t>1m</a:t>
                </a:r>
                <a:r>
                  <a:rPr lang="ko-KR" altLang="en-US" sz="1000"/>
                  <a:t>반경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C8FF811-F32D-928C-626E-EA67C1152CA8}"/>
                  </a:ext>
                </a:extLst>
              </p:cNvPr>
              <p:cNvSpPr txBox="1"/>
              <p:nvPr/>
            </p:nvSpPr>
            <p:spPr>
              <a:xfrm>
                <a:off x="1446951" y="2095605"/>
                <a:ext cx="15890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/>
                  <a:t>플레이어가 이동해도몬스터는 제자리에서 패턴 실행</a:t>
                </a:r>
              </a:p>
            </p:txBody>
          </p:sp>
        </p:grp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3F4F0A6F-8974-43EB-F8B1-8389168F2CEE}"/>
                </a:ext>
              </a:extLst>
            </p:cNvPr>
            <p:cNvSpPr/>
            <p:nvPr/>
          </p:nvSpPr>
          <p:spPr>
            <a:xfrm rot="10414822">
              <a:off x="6701478" y="2461894"/>
              <a:ext cx="351844" cy="498204"/>
            </a:xfrm>
            <a:custGeom>
              <a:avLst/>
              <a:gdLst>
                <a:gd name="connsiteX0" fmla="*/ 290512 w 581025"/>
                <a:gd name="connsiteY0" fmla="*/ 0 h 857251"/>
                <a:gd name="connsiteX1" fmla="*/ 581025 w 581025"/>
                <a:gd name="connsiteY1" fmla="*/ 290512 h 857251"/>
                <a:gd name="connsiteX2" fmla="*/ 435769 w 581025"/>
                <a:gd name="connsiteY2" fmla="*/ 290512 h 857251"/>
                <a:gd name="connsiteX3" fmla="*/ 435769 w 581025"/>
                <a:gd name="connsiteY3" fmla="*/ 501573 h 857251"/>
                <a:gd name="connsiteX4" fmla="*/ 445422 w 581025"/>
                <a:gd name="connsiteY4" fmla="*/ 507656 h 857251"/>
                <a:gd name="connsiteX5" fmla="*/ 509587 w 581025"/>
                <a:gd name="connsiteY5" fmla="*/ 652463 h 857251"/>
                <a:gd name="connsiteX6" fmla="*/ 290512 w 581025"/>
                <a:gd name="connsiteY6" fmla="*/ 857251 h 857251"/>
                <a:gd name="connsiteX7" fmla="*/ 71437 w 581025"/>
                <a:gd name="connsiteY7" fmla="*/ 652463 h 857251"/>
                <a:gd name="connsiteX8" fmla="*/ 135603 w 581025"/>
                <a:gd name="connsiteY8" fmla="*/ 507656 h 857251"/>
                <a:gd name="connsiteX9" fmla="*/ 145256 w 581025"/>
                <a:gd name="connsiteY9" fmla="*/ 501572 h 857251"/>
                <a:gd name="connsiteX10" fmla="*/ 145256 w 581025"/>
                <a:gd name="connsiteY10" fmla="*/ 290512 h 857251"/>
                <a:gd name="connsiteX11" fmla="*/ 0 w 581025"/>
                <a:gd name="connsiteY11" fmla="*/ 290512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1025" h="857251">
                  <a:moveTo>
                    <a:pt x="290512" y="0"/>
                  </a:moveTo>
                  <a:lnTo>
                    <a:pt x="581025" y="290512"/>
                  </a:lnTo>
                  <a:lnTo>
                    <a:pt x="435769" y="290512"/>
                  </a:lnTo>
                  <a:lnTo>
                    <a:pt x="435769" y="501573"/>
                  </a:lnTo>
                  <a:lnTo>
                    <a:pt x="445422" y="507656"/>
                  </a:lnTo>
                  <a:cubicBezTo>
                    <a:pt x="485066" y="544716"/>
                    <a:pt x="509587" y="595913"/>
                    <a:pt x="509587" y="652463"/>
                  </a:cubicBezTo>
                  <a:cubicBezTo>
                    <a:pt x="509587" y="765564"/>
                    <a:pt x="411504" y="857251"/>
                    <a:pt x="290512" y="857251"/>
                  </a:cubicBezTo>
                  <a:cubicBezTo>
                    <a:pt x="169520" y="857251"/>
                    <a:pt x="71437" y="765564"/>
                    <a:pt x="71437" y="652463"/>
                  </a:cubicBezTo>
                  <a:cubicBezTo>
                    <a:pt x="71437" y="595913"/>
                    <a:pt x="95958" y="544716"/>
                    <a:pt x="135603" y="507656"/>
                  </a:cubicBezTo>
                  <a:lnTo>
                    <a:pt x="145256" y="501572"/>
                  </a:lnTo>
                  <a:lnTo>
                    <a:pt x="145256" y="290512"/>
                  </a:lnTo>
                  <a:lnTo>
                    <a:pt x="0" y="290512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  <p:sp>
        <p:nvSpPr>
          <p:cNvPr id="66" name="타원 65">
            <a:extLst>
              <a:ext uri="{FF2B5EF4-FFF2-40B4-BE49-F238E27FC236}">
                <a16:creationId xmlns:a16="http://schemas.microsoft.com/office/drawing/2014/main" id="{0C6C1EAE-63CA-DBE9-D2BC-04FEEC34B685}"/>
              </a:ext>
            </a:extLst>
          </p:cNvPr>
          <p:cNvSpPr/>
          <p:nvPr/>
        </p:nvSpPr>
        <p:spPr>
          <a:xfrm>
            <a:off x="8891221" y="2717485"/>
            <a:ext cx="1139528" cy="123277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자유형: 도형 66">
            <a:extLst>
              <a:ext uri="{FF2B5EF4-FFF2-40B4-BE49-F238E27FC236}">
                <a16:creationId xmlns:a16="http://schemas.microsoft.com/office/drawing/2014/main" id="{C5A3BD5E-0B7F-E592-DE5A-4826EAE62F3C}"/>
              </a:ext>
            </a:extLst>
          </p:cNvPr>
          <p:cNvSpPr/>
          <p:nvPr/>
        </p:nvSpPr>
        <p:spPr>
          <a:xfrm rot="16455344">
            <a:off x="9285063" y="3084768"/>
            <a:ext cx="351844" cy="498204"/>
          </a:xfrm>
          <a:custGeom>
            <a:avLst/>
            <a:gdLst>
              <a:gd name="connsiteX0" fmla="*/ 290512 w 581025"/>
              <a:gd name="connsiteY0" fmla="*/ 0 h 857251"/>
              <a:gd name="connsiteX1" fmla="*/ 581025 w 581025"/>
              <a:gd name="connsiteY1" fmla="*/ 290512 h 857251"/>
              <a:gd name="connsiteX2" fmla="*/ 435769 w 581025"/>
              <a:gd name="connsiteY2" fmla="*/ 290512 h 857251"/>
              <a:gd name="connsiteX3" fmla="*/ 435769 w 581025"/>
              <a:gd name="connsiteY3" fmla="*/ 501573 h 857251"/>
              <a:gd name="connsiteX4" fmla="*/ 445422 w 581025"/>
              <a:gd name="connsiteY4" fmla="*/ 507656 h 857251"/>
              <a:gd name="connsiteX5" fmla="*/ 509587 w 581025"/>
              <a:gd name="connsiteY5" fmla="*/ 652463 h 857251"/>
              <a:gd name="connsiteX6" fmla="*/ 290512 w 581025"/>
              <a:gd name="connsiteY6" fmla="*/ 857251 h 857251"/>
              <a:gd name="connsiteX7" fmla="*/ 71437 w 581025"/>
              <a:gd name="connsiteY7" fmla="*/ 652463 h 857251"/>
              <a:gd name="connsiteX8" fmla="*/ 135603 w 581025"/>
              <a:gd name="connsiteY8" fmla="*/ 507656 h 857251"/>
              <a:gd name="connsiteX9" fmla="*/ 145256 w 581025"/>
              <a:gd name="connsiteY9" fmla="*/ 501572 h 857251"/>
              <a:gd name="connsiteX10" fmla="*/ 145256 w 581025"/>
              <a:gd name="connsiteY10" fmla="*/ 290512 h 857251"/>
              <a:gd name="connsiteX11" fmla="*/ 0 w 581025"/>
              <a:gd name="connsiteY11" fmla="*/ 290512 h 85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25" h="857251">
                <a:moveTo>
                  <a:pt x="290512" y="0"/>
                </a:moveTo>
                <a:lnTo>
                  <a:pt x="581025" y="290512"/>
                </a:lnTo>
                <a:lnTo>
                  <a:pt x="435769" y="290512"/>
                </a:lnTo>
                <a:lnTo>
                  <a:pt x="435769" y="501573"/>
                </a:lnTo>
                <a:lnTo>
                  <a:pt x="445422" y="507656"/>
                </a:lnTo>
                <a:cubicBezTo>
                  <a:pt x="485066" y="544716"/>
                  <a:pt x="509587" y="595913"/>
                  <a:pt x="509587" y="652463"/>
                </a:cubicBezTo>
                <a:cubicBezTo>
                  <a:pt x="509587" y="765564"/>
                  <a:pt x="411504" y="857251"/>
                  <a:pt x="290512" y="857251"/>
                </a:cubicBezTo>
                <a:cubicBezTo>
                  <a:pt x="169520" y="857251"/>
                  <a:pt x="71437" y="765564"/>
                  <a:pt x="71437" y="652463"/>
                </a:cubicBezTo>
                <a:cubicBezTo>
                  <a:pt x="71437" y="595913"/>
                  <a:pt x="95958" y="544716"/>
                  <a:pt x="135603" y="507656"/>
                </a:cubicBezTo>
                <a:lnTo>
                  <a:pt x="145256" y="501572"/>
                </a:lnTo>
                <a:lnTo>
                  <a:pt x="145256" y="290512"/>
                </a:lnTo>
                <a:lnTo>
                  <a:pt x="0" y="290512"/>
                </a:ln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C5BD993-2D9D-7D93-C4EE-136CE702564C}"/>
              </a:ext>
            </a:extLst>
          </p:cNvPr>
          <p:cNvSpPr/>
          <p:nvPr/>
        </p:nvSpPr>
        <p:spPr>
          <a:xfrm>
            <a:off x="9558424" y="3320925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440AA84B-9F62-EEAF-255A-544729941BB6}"/>
              </a:ext>
            </a:extLst>
          </p:cNvPr>
          <p:cNvSpPr/>
          <p:nvPr/>
        </p:nvSpPr>
        <p:spPr>
          <a:xfrm>
            <a:off x="11050027" y="3446373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2CE1256F-2A72-ACFB-0AE4-F8868E10B9C1}"/>
              </a:ext>
            </a:extLst>
          </p:cNvPr>
          <p:cNvCxnSpPr>
            <a:cxnSpLocks/>
            <a:stCxn id="70" idx="6"/>
            <a:endCxn id="69" idx="6"/>
          </p:cNvCxnSpPr>
          <p:nvPr/>
        </p:nvCxnSpPr>
        <p:spPr>
          <a:xfrm flipH="1" flipV="1">
            <a:off x="9604143" y="3343785"/>
            <a:ext cx="1491603" cy="125448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396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그룹 83">
            <a:extLst>
              <a:ext uri="{FF2B5EF4-FFF2-40B4-BE49-F238E27FC236}">
                <a16:creationId xmlns:a16="http://schemas.microsoft.com/office/drawing/2014/main" id="{D70D57FB-D843-D185-BF7A-DECAE40915C8}"/>
              </a:ext>
            </a:extLst>
          </p:cNvPr>
          <p:cNvGrpSpPr/>
          <p:nvPr/>
        </p:nvGrpSpPr>
        <p:grpSpPr>
          <a:xfrm>
            <a:off x="605772" y="1003140"/>
            <a:ext cx="11074195" cy="5121731"/>
            <a:chOff x="605772" y="1003140"/>
            <a:chExt cx="11074195" cy="5121731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1986ED7-713F-BF16-C0C7-F8A8BC171B25}"/>
                </a:ext>
              </a:extLst>
            </p:cNvPr>
            <p:cNvGrpSpPr/>
            <p:nvPr/>
          </p:nvGrpSpPr>
          <p:grpSpPr>
            <a:xfrm>
              <a:off x="605772" y="1368360"/>
              <a:ext cx="1467686" cy="492442"/>
              <a:chOff x="665913" y="796860"/>
              <a:chExt cx="1467686" cy="492442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264D82A-B8BC-11C2-5900-9F6294399A25}"/>
                  </a:ext>
                </a:extLst>
              </p:cNvPr>
              <p:cNvSpPr/>
              <p:nvPr/>
            </p:nvSpPr>
            <p:spPr>
              <a:xfrm>
                <a:off x="665913" y="871660"/>
                <a:ext cx="268472" cy="96621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BA4C290-B529-0F14-64E6-A215DF51F240}"/>
                  </a:ext>
                </a:extLst>
              </p:cNvPr>
              <p:cNvSpPr/>
              <p:nvPr/>
            </p:nvSpPr>
            <p:spPr>
              <a:xfrm>
                <a:off x="665913" y="1117881"/>
                <a:ext cx="268472" cy="9662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3AA679-B644-69C6-B66B-03FF2C41D148}"/>
                  </a:ext>
                </a:extLst>
              </p:cNvPr>
              <p:cNvSpPr txBox="1"/>
              <p:nvPr/>
            </p:nvSpPr>
            <p:spPr>
              <a:xfrm>
                <a:off x="995908" y="796860"/>
                <a:ext cx="113769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/>
                  <a:t>플레이어 캐릭터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B4F207-B896-1B57-96C8-A40AC746B0EB}"/>
                  </a:ext>
                </a:extLst>
              </p:cNvPr>
              <p:cNvSpPr txBox="1"/>
              <p:nvPr/>
            </p:nvSpPr>
            <p:spPr>
              <a:xfrm>
                <a:off x="995908" y="1043081"/>
                <a:ext cx="113769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/>
                  <a:t>몬스터</a:t>
                </a:r>
              </a:p>
            </p:txBody>
          </p:sp>
        </p:grp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C45F02EC-1121-7B48-1469-17AAF02BC8B0}"/>
                </a:ext>
              </a:extLst>
            </p:cNvPr>
            <p:cNvSpPr/>
            <p:nvPr/>
          </p:nvSpPr>
          <p:spPr>
            <a:xfrm>
              <a:off x="1221256" y="3171529"/>
              <a:ext cx="657225" cy="1476671"/>
            </a:xfrm>
            <a:custGeom>
              <a:avLst/>
              <a:gdLst>
                <a:gd name="connsiteX0" fmla="*/ 328613 w 657225"/>
                <a:gd name="connsiteY0" fmla="*/ 0 h 1476671"/>
                <a:gd name="connsiteX1" fmla="*/ 581026 w 657225"/>
                <a:gd name="connsiteY1" fmla="*/ 244040 h 1476671"/>
                <a:gd name="connsiteX2" fmla="*/ 561190 w 657225"/>
                <a:gd name="connsiteY2" fmla="*/ 339032 h 1476671"/>
                <a:gd name="connsiteX3" fmla="*/ 542810 w 657225"/>
                <a:gd name="connsiteY3" fmla="*/ 371771 h 1476671"/>
                <a:gd name="connsiteX4" fmla="*/ 547685 w 657225"/>
                <a:gd name="connsiteY4" fmla="*/ 371771 h 1476671"/>
                <a:gd name="connsiteX5" fmla="*/ 657225 w 657225"/>
                <a:gd name="connsiteY5" fmla="*/ 481311 h 1476671"/>
                <a:gd name="connsiteX6" fmla="*/ 657225 w 657225"/>
                <a:gd name="connsiteY6" fmla="*/ 1367131 h 1476671"/>
                <a:gd name="connsiteX7" fmla="*/ 547685 w 657225"/>
                <a:gd name="connsiteY7" fmla="*/ 1476671 h 1476671"/>
                <a:gd name="connsiteX8" fmla="*/ 109540 w 657225"/>
                <a:gd name="connsiteY8" fmla="*/ 1476671 h 1476671"/>
                <a:gd name="connsiteX9" fmla="*/ 0 w 657225"/>
                <a:gd name="connsiteY9" fmla="*/ 1367131 h 1476671"/>
                <a:gd name="connsiteX10" fmla="*/ 0 w 657225"/>
                <a:gd name="connsiteY10" fmla="*/ 481311 h 1476671"/>
                <a:gd name="connsiteX11" fmla="*/ 109540 w 657225"/>
                <a:gd name="connsiteY11" fmla="*/ 371771 h 1476671"/>
                <a:gd name="connsiteX12" fmla="*/ 114416 w 657225"/>
                <a:gd name="connsiteY12" fmla="*/ 371771 h 1476671"/>
                <a:gd name="connsiteX13" fmla="*/ 96036 w 657225"/>
                <a:gd name="connsiteY13" fmla="*/ 339032 h 1476671"/>
                <a:gd name="connsiteX14" fmla="*/ 76200 w 657225"/>
                <a:gd name="connsiteY14" fmla="*/ 244040 h 1476671"/>
                <a:gd name="connsiteX15" fmla="*/ 328613 w 657225"/>
                <a:gd name="connsiteY15" fmla="*/ 0 h 147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7225" h="1476671">
                  <a:moveTo>
                    <a:pt x="328613" y="0"/>
                  </a:moveTo>
                  <a:cubicBezTo>
                    <a:pt x="468017" y="0"/>
                    <a:pt x="581026" y="109260"/>
                    <a:pt x="581026" y="244040"/>
                  </a:cubicBezTo>
                  <a:cubicBezTo>
                    <a:pt x="581026" y="277735"/>
                    <a:pt x="573963" y="309835"/>
                    <a:pt x="561190" y="339032"/>
                  </a:cubicBezTo>
                  <a:lnTo>
                    <a:pt x="542810" y="371771"/>
                  </a:lnTo>
                  <a:lnTo>
                    <a:pt x="547685" y="371771"/>
                  </a:lnTo>
                  <a:cubicBezTo>
                    <a:pt x="608182" y="371771"/>
                    <a:pt x="657225" y="420814"/>
                    <a:pt x="657225" y="481311"/>
                  </a:cubicBezTo>
                  <a:lnTo>
                    <a:pt x="657225" y="1367131"/>
                  </a:lnTo>
                  <a:cubicBezTo>
                    <a:pt x="657225" y="1427628"/>
                    <a:pt x="608182" y="1476671"/>
                    <a:pt x="547685" y="1476671"/>
                  </a:cubicBezTo>
                  <a:lnTo>
                    <a:pt x="109540" y="1476671"/>
                  </a:lnTo>
                  <a:cubicBezTo>
                    <a:pt x="49043" y="1476671"/>
                    <a:pt x="0" y="1427628"/>
                    <a:pt x="0" y="1367131"/>
                  </a:cubicBezTo>
                  <a:lnTo>
                    <a:pt x="0" y="481311"/>
                  </a:lnTo>
                  <a:cubicBezTo>
                    <a:pt x="0" y="420814"/>
                    <a:pt x="49043" y="371771"/>
                    <a:pt x="109540" y="371771"/>
                  </a:cubicBezTo>
                  <a:lnTo>
                    <a:pt x="114416" y="371771"/>
                  </a:lnTo>
                  <a:lnTo>
                    <a:pt x="96036" y="339032"/>
                  </a:lnTo>
                  <a:cubicBezTo>
                    <a:pt x="83263" y="309835"/>
                    <a:pt x="76200" y="277735"/>
                    <a:pt x="76200" y="244040"/>
                  </a:cubicBezTo>
                  <a:cubicBezTo>
                    <a:pt x="76200" y="109260"/>
                    <a:pt x="189209" y="0"/>
                    <a:pt x="328613" y="0"/>
                  </a:cubicBez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F8FC76A-649D-A1CE-742E-104DFAA155AF}"/>
                </a:ext>
              </a:extLst>
            </p:cNvPr>
            <p:cNvSpPr/>
            <p:nvPr/>
          </p:nvSpPr>
          <p:spPr>
            <a:xfrm>
              <a:off x="1506067" y="3990192"/>
              <a:ext cx="87602" cy="911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7396BA30-2431-CE64-1D1F-2CA15D56FE4A}"/>
                </a:ext>
              </a:extLst>
            </p:cNvPr>
            <p:cNvSpPr/>
            <p:nvPr/>
          </p:nvSpPr>
          <p:spPr>
            <a:xfrm>
              <a:off x="874244" y="4648200"/>
              <a:ext cx="10235081" cy="14766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</a:rPr>
                <a:t>지면</a:t>
              </a: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FA15EA5D-C103-FB30-A9B2-52A6486C568F}"/>
                </a:ext>
              </a:extLst>
            </p:cNvPr>
            <p:cNvSpPr/>
            <p:nvPr/>
          </p:nvSpPr>
          <p:spPr>
            <a:xfrm>
              <a:off x="7010400" y="1448826"/>
              <a:ext cx="657225" cy="1476671"/>
            </a:xfrm>
            <a:custGeom>
              <a:avLst/>
              <a:gdLst>
                <a:gd name="connsiteX0" fmla="*/ 328613 w 657225"/>
                <a:gd name="connsiteY0" fmla="*/ 0 h 1476671"/>
                <a:gd name="connsiteX1" fmla="*/ 581026 w 657225"/>
                <a:gd name="connsiteY1" fmla="*/ 244040 h 1476671"/>
                <a:gd name="connsiteX2" fmla="*/ 561190 w 657225"/>
                <a:gd name="connsiteY2" fmla="*/ 339032 h 1476671"/>
                <a:gd name="connsiteX3" fmla="*/ 542810 w 657225"/>
                <a:gd name="connsiteY3" fmla="*/ 371771 h 1476671"/>
                <a:gd name="connsiteX4" fmla="*/ 547685 w 657225"/>
                <a:gd name="connsiteY4" fmla="*/ 371771 h 1476671"/>
                <a:gd name="connsiteX5" fmla="*/ 657225 w 657225"/>
                <a:gd name="connsiteY5" fmla="*/ 481311 h 1476671"/>
                <a:gd name="connsiteX6" fmla="*/ 657225 w 657225"/>
                <a:gd name="connsiteY6" fmla="*/ 1367131 h 1476671"/>
                <a:gd name="connsiteX7" fmla="*/ 547685 w 657225"/>
                <a:gd name="connsiteY7" fmla="*/ 1476671 h 1476671"/>
                <a:gd name="connsiteX8" fmla="*/ 109540 w 657225"/>
                <a:gd name="connsiteY8" fmla="*/ 1476671 h 1476671"/>
                <a:gd name="connsiteX9" fmla="*/ 0 w 657225"/>
                <a:gd name="connsiteY9" fmla="*/ 1367131 h 1476671"/>
                <a:gd name="connsiteX10" fmla="*/ 0 w 657225"/>
                <a:gd name="connsiteY10" fmla="*/ 481311 h 1476671"/>
                <a:gd name="connsiteX11" fmla="*/ 109540 w 657225"/>
                <a:gd name="connsiteY11" fmla="*/ 371771 h 1476671"/>
                <a:gd name="connsiteX12" fmla="*/ 114416 w 657225"/>
                <a:gd name="connsiteY12" fmla="*/ 371771 h 1476671"/>
                <a:gd name="connsiteX13" fmla="*/ 96036 w 657225"/>
                <a:gd name="connsiteY13" fmla="*/ 339032 h 1476671"/>
                <a:gd name="connsiteX14" fmla="*/ 76200 w 657225"/>
                <a:gd name="connsiteY14" fmla="*/ 244040 h 1476671"/>
                <a:gd name="connsiteX15" fmla="*/ 328613 w 657225"/>
                <a:gd name="connsiteY15" fmla="*/ 0 h 147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7225" h="1476671">
                  <a:moveTo>
                    <a:pt x="328613" y="0"/>
                  </a:moveTo>
                  <a:cubicBezTo>
                    <a:pt x="468017" y="0"/>
                    <a:pt x="581026" y="109260"/>
                    <a:pt x="581026" y="244040"/>
                  </a:cubicBezTo>
                  <a:cubicBezTo>
                    <a:pt x="581026" y="277735"/>
                    <a:pt x="573963" y="309835"/>
                    <a:pt x="561190" y="339032"/>
                  </a:cubicBezTo>
                  <a:lnTo>
                    <a:pt x="542810" y="371771"/>
                  </a:lnTo>
                  <a:lnTo>
                    <a:pt x="547685" y="371771"/>
                  </a:lnTo>
                  <a:cubicBezTo>
                    <a:pt x="608182" y="371771"/>
                    <a:pt x="657225" y="420814"/>
                    <a:pt x="657225" y="481311"/>
                  </a:cubicBezTo>
                  <a:lnTo>
                    <a:pt x="657225" y="1367131"/>
                  </a:lnTo>
                  <a:cubicBezTo>
                    <a:pt x="657225" y="1427628"/>
                    <a:pt x="608182" y="1476671"/>
                    <a:pt x="547685" y="1476671"/>
                  </a:cubicBezTo>
                  <a:lnTo>
                    <a:pt x="109540" y="1476671"/>
                  </a:lnTo>
                  <a:cubicBezTo>
                    <a:pt x="49043" y="1476671"/>
                    <a:pt x="0" y="1427628"/>
                    <a:pt x="0" y="1367131"/>
                  </a:cubicBezTo>
                  <a:lnTo>
                    <a:pt x="0" y="481311"/>
                  </a:lnTo>
                  <a:cubicBezTo>
                    <a:pt x="0" y="420814"/>
                    <a:pt x="49043" y="371771"/>
                    <a:pt x="109540" y="371771"/>
                  </a:cubicBezTo>
                  <a:lnTo>
                    <a:pt x="114416" y="371771"/>
                  </a:lnTo>
                  <a:lnTo>
                    <a:pt x="96036" y="339032"/>
                  </a:lnTo>
                  <a:cubicBezTo>
                    <a:pt x="83263" y="309835"/>
                    <a:pt x="76200" y="277735"/>
                    <a:pt x="76200" y="244040"/>
                  </a:cubicBezTo>
                  <a:cubicBezTo>
                    <a:pt x="76200" y="109260"/>
                    <a:pt x="189209" y="0"/>
                    <a:pt x="328613" y="0"/>
                  </a:cubicBez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90724398-EF49-3AF9-2B1A-02AB6F4F4507}"/>
                </a:ext>
              </a:extLst>
            </p:cNvPr>
            <p:cNvSpPr/>
            <p:nvPr/>
          </p:nvSpPr>
          <p:spPr>
            <a:xfrm>
              <a:off x="7295211" y="2267489"/>
              <a:ext cx="87602" cy="911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67D5818-CF84-FDF8-8D93-1A254F000759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7308040" y="2345292"/>
              <a:ext cx="0" cy="2302908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1AA41C65-0308-F278-08D8-3A65AAC43645}"/>
                </a:ext>
              </a:extLst>
            </p:cNvPr>
            <p:cNvSpPr/>
            <p:nvPr/>
          </p:nvSpPr>
          <p:spPr>
            <a:xfrm>
              <a:off x="7296150" y="2266950"/>
              <a:ext cx="506360" cy="2409825"/>
            </a:xfrm>
            <a:custGeom>
              <a:avLst/>
              <a:gdLst>
                <a:gd name="connsiteX0" fmla="*/ 28575 w 506360"/>
                <a:gd name="connsiteY0" fmla="*/ 0 h 2409825"/>
                <a:gd name="connsiteX1" fmla="*/ 457200 w 506360"/>
                <a:gd name="connsiteY1" fmla="*/ 914400 h 2409825"/>
                <a:gd name="connsiteX2" fmla="*/ 457200 w 506360"/>
                <a:gd name="connsiteY2" fmla="*/ 914400 h 2409825"/>
                <a:gd name="connsiteX3" fmla="*/ 476250 w 506360"/>
                <a:gd name="connsiteY3" fmla="*/ 1504950 h 2409825"/>
                <a:gd name="connsiteX4" fmla="*/ 0 w 506360"/>
                <a:gd name="connsiteY4" fmla="*/ 2409825 h 2409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360" h="2409825">
                  <a:moveTo>
                    <a:pt x="28575" y="0"/>
                  </a:moveTo>
                  <a:lnTo>
                    <a:pt x="457200" y="914400"/>
                  </a:lnTo>
                  <a:lnTo>
                    <a:pt x="457200" y="914400"/>
                  </a:lnTo>
                  <a:cubicBezTo>
                    <a:pt x="460375" y="1012825"/>
                    <a:pt x="552450" y="1255712"/>
                    <a:pt x="476250" y="1504950"/>
                  </a:cubicBezTo>
                  <a:cubicBezTo>
                    <a:pt x="400050" y="1754188"/>
                    <a:pt x="200025" y="2082006"/>
                    <a:pt x="0" y="24098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FDD40ED-0559-7A5A-A56D-C3B2F5E71519}"/>
                </a:ext>
              </a:extLst>
            </p:cNvPr>
            <p:cNvSpPr txBox="1"/>
            <p:nvPr/>
          </p:nvSpPr>
          <p:spPr>
            <a:xfrm>
              <a:off x="7537303" y="3266755"/>
              <a:ext cx="56245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/>
                <a:t>1m</a:t>
              </a:r>
              <a:endParaRPr lang="ko-KR" altLang="en-US"/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5DDBA9D5-1D28-7BC5-281C-C58CDFF6DB04}"/>
                </a:ext>
              </a:extLst>
            </p:cNvPr>
            <p:cNvSpPr/>
            <p:nvPr/>
          </p:nvSpPr>
          <p:spPr>
            <a:xfrm>
              <a:off x="10320767" y="3166445"/>
              <a:ext cx="657225" cy="1476671"/>
            </a:xfrm>
            <a:custGeom>
              <a:avLst/>
              <a:gdLst>
                <a:gd name="connsiteX0" fmla="*/ 328613 w 657225"/>
                <a:gd name="connsiteY0" fmla="*/ 0 h 1476671"/>
                <a:gd name="connsiteX1" fmla="*/ 581026 w 657225"/>
                <a:gd name="connsiteY1" fmla="*/ 244040 h 1476671"/>
                <a:gd name="connsiteX2" fmla="*/ 561190 w 657225"/>
                <a:gd name="connsiteY2" fmla="*/ 339032 h 1476671"/>
                <a:gd name="connsiteX3" fmla="*/ 542810 w 657225"/>
                <a:gd name="connsiteY3" fmla="*/ 371771 h 1476671"/>
                <a:gd name="connsiteX4" fmla="*/ 547685 w 657225"/>
                <a:gd name="connsiteY4" fmla="*/ 371771 h 1476671"/>
                <a:gd name="connsiteX5" fmla="*/ 657225 w 657225"/>
                <a:gd name="connsiteY5" fmla="*/ 481311 h 1476671"/>
                <a:gd name="connsiteX6" fmla="*/ 657225 w 657225"/>
                <a:gd name="connsiteY6" fmla="*/ 1367131 h 1476671"/>
                <a:gd name="connsiteX7" fmla="*/ 547685 w 657225"/>
                <a:gd name="connsiteY7" fmla="*/ 1476671 h 1476671"/>
                <a:gd name="connsiteX8" fmla="*/ 109540 w 657225"/>
                <a:gd name="connsiteY8" fmla="*/ 1476671 h 1476671"/>
                <a:gd name="connsiteX9" fmla="*/ 0 w 657225"/>
                <a:gd name="connsiteY9" fmla="*/ 1367131 h 1476671"/>
                <a:gd name="connsiteX10" fmla="*/ 0 w 657225"/>
                <a:gd name="connsiteY10" fmla="*/ 481311 h 1476671"/>
                <a:gd name="connsiteX11" fmla="*/ 109540 w 657225"/>
                <a:gd name="connsiteY11" fmla="*/ 371771 h 1476671"/>
                <a:gd name="connsiteX12" fmla="*/ 114416 w 657225"/>
                <a:gd name="connsiteY12" fmla="*/ 371771 h 1476671"/>
                <a:gd name="connsiteX13" fmla="*/ 96036 w 657225"/>
                <a:gd name="connsiteY13" fmla="*/ 339032 h 1476671"/>
                <a:gd name="connsiteX14" fmla="*/ 76200 w 657225"/>
                <a:gd name="connsiteY14" fmla="*/ 244040 h 1476671"/>
                <a:gd name="connsiteX15" fmla="*/ 328613 w 657225"/>
                <a:gd name="connsiteY15" fmla="*/ 0 h 147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7225" h="1476671">
                  <a:moveTo>
                    <a:pt x="328613" y="0"/>
                  </a:moveTo>
                  <a:cubicBezTo>
                    <a:pt x="468017" y="0"/>
                    <a:pt x="581026" y="109260"/>
                    <a:pt x="581026" y="244040"/>
                  </a:cubicBezTo>
                  <a:cubicBezTo>
                    <a:pt x="581026" y="277735"/>
                    <a:pt x="573963" y="309835"/>
                    <a:pt x="561190" y="339032"/>
                  </a:cubicBezTo>
                  <a:lnTo>
                    <a:pt x="542810" y="371771"/>
                  </a:lnTo>
                  <a:lnTo>
                    <a:pt x="547685" y="371771"/>
                  </a:lnTo>
                  <a:cubicBezTo>
                    <a:pt x="608182" y="371771"/>
                    <a:pt x="657225" y="420814"/>
                    <a:pt x="657225" y="481311"/>
                  </a:cubicBezTo>
                  <a:lnTo>
                    <a:pt x="657225" y="1367131"/>
                  </a:lnTo>
                  <a:cubicBezTo>
                    <a:pt x="657225" y="1427628"/>
                    <a:pt x="608182" y="1476671"/>
                    <a:pt x="547685" y="1476671"/>
                  </a:cubicBezTo>
                  <a:lnTo>
                    <a:pt x="109540" y="1476671"/>
                  </a:lnTo>
                  <a:cubicBezTo>
                    <a:pt x="49043" y="1476671"/>
                    <a:pt x="0" y="1427628"/>
                    <a:pt x="0" y="1367131"/>
                  </a:cubicBezTo>
                  <a:lnTo>
                    <a:pt x="0" y="481311"/>
                  </a:lnTo>
                  <a:cubicBezTo>
                    <a:pt x="0" y="420814"/>
                    <a:pt x="49043" y="371771"/>
                    <a:pt x="109540" y="371771"/>
                  </a:cubicBezTo>
                  <a:lnTo>
                    <a:pt x="114416" y="371771"/>
                  </a:lnTo>
                  <a:lnTo>
                    <a:pt x="96036" y="339032"/>
                  </a:lnTo>
                  <a:cubicBezTo>
                    <a:pt x="83263" y="309835"/>
                    <a:pt x="76200" y="277735"/>
                    <a:pt x="76200" y="244040"/>
                  </a:cubicBezTo>
                  <a:cubicBezTo>
                    <a:pt x="76200" y="109260"/>
                    <a:pt x="189209" y="0"/>
                    <a:pt x="328613" y="0"/>
                  </a:cubicBez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1E61CA48-42AD-374A-C68D-F1DC87CAA745}"/>
                </a:ext>
              </a:extLst>
            </p:cNvPr>
            <p:cNvSpPr/>
            <p:nvPr/>
          </p:nvSpPr>
          <p:spPr>
            <a:xfrm>
              <a:off x="10605578" y="3939532"/>
              <a:ext cx="87602" cy="911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1DC17CDF-CC9C-19F9-4100-B3CCBA1B6176}"/>
                </a:ext>
              </a:extLst>
            </p:cNvPr>
            <p:cNvSpPr/>
            <p:nvPr/>
          </p:nvSpPr>
          <p:spPr>
            <a:xfrm>
              <a:off x="9656294" y="3171529"/>
              <a:ext cx="657225" cy="1476671"/>
            </a:xfrm>
            <a:custGeom>
              <a:avLst/>
              <a:gdLst>
                <a:gd name="connsiteX0" fmla="*/ 328613 w 657225"/>
                <a:gd name="connsiteY0" fmla="*/ 0 h 1476671"/>
                <a:gd name="connsiteX1" fmla="*/ 581026 w 657225"/>
                <a:gd name="connsiteY1" fmla="*/ 244040 h 1476671"/>
                <a:gd name="connsiteX2" fmla="*/ 561190 w 657225"/>
                <a:gd name="connsiteY2" fmla="*/ 339032 h 1476671"/>
                <a:gd name="connsiteX3" fmla="*/ 542810 w 657225"/>
                <a:gd name="connsiteY3" fmla="*/ 371771 h 1476671"/>
                <a:gd name="connsiteX4" fmla="*/ 547685 w 657225"/>
                <a:gd name="connsiteY4" fmla="*/ 371771 h 1476671"/>
                <a:gd name="connsiteX5" fmla="*/ 657225 w 657225"/>
                <a:gd name="connsiteY5" fmla="*/ 481311 h 1476671"/>
                <a:gd name="connsiteX6" fmla="*/ 657225 w 657225"/>
                <a:gd name="connsiteY6" fmla="*/ 1367131 h 1476671"/>
                <a:gd name="connsiteX7" fmla="*/ 547685 w 657225"/>
                <a:gd name="connsiteY7" fmla="*/ 1476671 h 1476671"/>
                <a:gd name="connsiteX8" fmla="*/ 109540 w 657225"/>
                <a:gd name="connsiteY8" fmla="*/ 1476671 h 1476671"/>
                <a:gd name="connsiteX9" fmla="*/ 0 w 657225"/>
                <a:gd name="connsiteY9" fmla="*/ 1367131 h 1476671"/>
                <a:gd name="connsiteX10" fmla="*/ 0 w 657225"/>
                <a:gd name="connsiteY10" fmla="*/ 481311 h 1476671"/>
                <a:gd name="connsiteX11" fmla="*/ 109540 w 657225"/>
                <a:gd name="connsiteY11" fmla="*/ 371771 h 1476671"/>
                <a:gd name="connsiteX12" fmla="*/ 114416 w 657225"/>
                <a:gd name="connsiteY12" fmla="*/ 371771 h 1476671"/>
                <a:gd name="connsiteX13" fmla="*/ 96036 w 657225"/>
                <a:gd name="connsiteY13" fmla="*/ 339032 h 1476671"/>
                <a:gd name="connsiteX14" fmla="*/ 76200 w 657225"/>
                <a:gd name="connsiteY14" fmla="*/ 244040 h 1476671"/>
                <a:gd name="connsiteX15" fmla="*/ 328613 w 657225"/>
                <a:gd name="connsiteY15" fmla="*/ 0 h 147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7225" h="1476671">
                  <a:moveTo>
                    <a:pt x="328613" y="0"/>
                  </a:moveTo>
                  <a:cubicBezTo>
                    <a:pt x="468017" y="0"/>
                    <a:pt x="581026" y="109260"/>
                    <a:pt x="581026" y="244040"/>
                  </a:cubicBezTo>
                  <a:cubicBezTo>
                    <a:pt x="581026" y="277735"/>
                    <a:pt x="573963" y="309835"/>
                    <a:pt x="561190" y="339032"/>
                  </a:cubicBezTo>
                  <a:lnTo>
                    <a:pt x="542810" y="371771"/>
                  </a:lnTo>
                  <a:lnTo>
                    <a:pt x="547685" y="371771"/>
                  </a:lnTo>
                  <a:cubicBezTo>
                    <a:pt x="608182" y="371771"/>
                    <a:pt x="657225" y="420814"/>
                    <a:pt x="657225" y="481311"/>
                  </a:cubicBezTo>
                  <a:lnTo>
                    <a:pt x="657225" y="1367131"/>
                  </a:lnTo>
                  <a:cubicBezTo>
                    <a:pt x="657225" y="1427628"/>
                    <a:pt x="608182" y="1476671"/>
                    <a:pt x="547685" y="1476671"/>
                  </a:cubicBezTo>
                  <a:lnTo>
                    <a:pt x="109540" y="1476671"/>
                  </a:lnTo>
                  <a:cubicBezTo>
                    <a:pt x="49043" y="1476671"/>
                    <a:pt x="0" y="1427628"/>
                    <a:pt x="0" y="1367131"/>
                  </a:cubicBezTo>
                  <a:lnTo>
                    <a:pt x="0" y="481311"/>
                  </a:lnTo>
                  <a:cubicBezTo>
                    <a:pt x="0" y="420814"/>
                    <a:pt x="49043" y="371771"/>
                    <a:pt x="109540" y="371771"/>
                  </a:cubicBezTo>
                  <a:lnTo>
                    <a:pt x="114416" y="371771"/>
                  </a:lnTo>
                  <a:lnTo>
                    <a:pt x="96036" y="339032"/>
                  </a:lnTo>
                  <a:cubicBezTo>
                    <a:pt x="83263" y="309835"/>
                    <a:pt x="76200" y="277735"/>
                    <a:pt x="76200" y="244040"/>
                  </a:cubicBezTo>
                  <a:cubicBezTo>
                    <a:pt x="76200" y="109260"/>
                    <a:pt x="189209" y="0"/>
                    <a:pt x="328613" y="0"/>
                  </a:cubicBez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D24F608-8F2F-C056-23E9-FA4BBA9A13D6}"/>
                </a:ext>
              </a:extLst>
            </p:cNvPr>
            <p:cNvSpPr/>
            <p:nvPr/>
          </p:nvSpPr>
          <p:spPr>
            <a:xfrm>
              <a:off x="9941105" y="3944616"/>
              <a:ext cx="87602" cy="911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6397CAD8-89A0-447F-BE69-E141EA6D0964}"/>
                </a:ext>
              </a:extLst>
            </p:cNvPr>
            <p:cNvCxnSpPr>
              <a:cxnSpLocks/>
              <a:endCxn id="18" idx="6"/>
            </p:cNvCxnSpPr>
            <p:nvPr/>
          </p:nvCxnSpPr>
          <p:spPr>
            <a:xfrm flipV="1">
              <a:off x="1506067" y="3990192"/>
              <a:ext cx="8522640" cy="4557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1D530354-E36C-7980-2B72-A417C5F4834A}"/>
                </a:ext>
              </a:extLst>
            </p:cNvPr>
            <p:cNvSpPr/>
            <p:nvPr/>
          </p:nvSpPr>
          <p:spPr>
            <a:xfrm>
              <a:off x="1524000" y="3629187"/>
              <a:ext cx="8486775" cy="390363"/>
            </a:xfrm>
            <a:custGeom>
              <a:avLst/>
              <a:gdLst>
                <a:gd name="connsiteX0" fmla="*/ 0 w 8486775"/>
                <a:gd name="connsiteY0" fmla="*/ 390363 h 390363"/>
                <a:gd name="connsiteX1" fmla="*/ 3619500 w 8486775"/>
                <a:gd name="connsiteY1" fmla="*/ 18888 h 390363"/>
                <a:gd name="connsiteX2" fmla="*/ 3619500 w 8486775"/>
                <a:gd name="connsiteY2" fmla="*/ 18888 h 390363"/>
                <a:gd name="connsiteX3" fmla="*/ 4543425 w 8486775"/>
                <a:gd name="connsiteY3" fmla="*/ 28413 h 390363"/>
                <a:gd name="connsiteX4" fmla="*/ 8486775 w 8486775"/>
                <a:gd name="connsiteY4" fmla="*/ 371313 h 39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6775" h="390363">
                  <a:moveTo>
                    <a:pt x="0" y="390363"/>
                  </a:moveTo>
                  <a:lnTo>
                    <a:pt x="3619500" y="18888"/>
                  </a:lnTo>
                  <a:lnTo>
                    <a:pt x="3619500" y="18888"/>
                  </a:lnTo>
                  <a:cubicBezTo>
                    <a:pt x="3773487" y="20475"/>
                    <a:pt x="3732213" y="-30324"/>
                    <a:pt x="4543425" y="28413"/>
                  </a:cubicBezTo>
                  <a:cubicBezTo>
                    <a:pt x="5354637" y="87150"/>
                    <a:pt x="6920706" y="229231"/>
                    <a:pt x="8486775" y="37131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BF8863A1-AEE7-0B7E-8327-610DF2D767D6}"/>
                </a:ext>
              </a:extLst>
            </p:cNvPr>
            <p:cNvSpPr/>
            <p:nvPr/>
          </p:nvSpPr>
          <p:spPr>
            <a:xfrm>
              <a:off x="1495425" y="2304995"/>
              <a:ext cx="8486775" cy="1714555"/>
            </a:xfrm>
            <a:custGeom>
              <a:avLst/>
              <a:gdLst>
                <a:gd name="connsiteX0" fmla="*/ 0 w 8486775"/>
                <a:gd name="connsiteY0" fmla="*/ 1714555 h 1714555"/>
                <a:gd name="connsiteX1" fmla="*/ 5848350 w 8486775"/>
                <a:gd name="connsiteY1" fmla="*/ 55 h 1714555"/>
                <a:gd name="connsiteX2" fmla="*/ 8486775 w 8486775"/>
                <a:gd name="connsiteY2" fmla="*/ 1666930 h 171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86775" h="1714555">
                  <a:moveTo>
                    <a:pt x="0" y="1714555"/>
                  </a:moveTo>
                  <a:cubicBezTo>
                    <a:pt x="2216944" y="861273"/>
                    <a:pt x="4433888" y="7992"/>
                    <a:pt x="5848350" y="55"/>
                  </a:cubicBezTo>
                  <a:cubicBezTo>
                    <a:pt x="7262812" y="-7882"/>
                    <a:pt x="7874793" y="829524"/>
                    <a:pt x="8486775" y="166693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C7117BC-41AE-0CC1-5460-CD689CCE2156}"/>
                </a:ext>
              </a:extLst>
            </p:cNvPr>
            <p:cNvSpPr txBox="1"/>
            <p:nvPr/>
          </p:nvSpPr>
          <p:spPr>
            <a:xfrm>
              <a:off x="4943475" y="3216154"/>
              <a:ext cx="1462371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latinLnBrk="0"/>
              <a:r>
                <a:rPr lang="en-US" altLang="ko-KR"/>
                <a:t>4m</a:t>
              </a:r>
              <a:r>
                <a:rPr lang="ko-KR" altLang="en-US"/>
                <a:t>이내</a:t>
              </a:r>
              <a:endParaRPr lang="en-US" altLang="ko-KR"/>
            </a:p>
            <a:p>
              <a:pPr algn="ctr" latinLnBrk="0"/>
              <a:r>
                <a:rPr lang="en-US" altLang="ko-KR"/>
                <a:t>= </a:t>
              </a:r>
              <a:r>
                <a:rPr lang="ko-KR" altLang="en-US"/>
                <a:t>도약거리</a:t>
              </a:r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CF758296-BD23-D2A2-789A-1D2E91F8D85D}"/>
                </a:ext>
              </a:extLst>
            </p:cNvPr>
            <p:cNvSpPr/>
            <p:nvPr/>
          </p:nvSpPr>
          <p:spPr>
            <a:xfrm>
              <a:off x="1524000" y="1651285"/>
              <a:ext cx="5753100" cy="2387315"/>
            </a:xfrm>
            <a:custGeom>
              <a:avLst/>
              <a:gdLst>
                <a:gd name="connsiteX0" fmla="*/ 0 w 5753100"/>
                <a:gd name="connsiteY0" fmla="*/ 2387315 h 2387315"/>
                <a:gd name="connsiteX1" fmla="*/ 2133600 w 5753100"/>
                <a:gd name="connsiteY1" fmla="*/ 234665 h 2387315"/>
                <a:gd name="connsiteX2" fmla="*/ 2133600 w 5753100"/>
                <a:gd name="connsiteY2" fmla="*/ 234665 h 2387315"/>
                <a:gd name="connsiteX3" fmla="*/ 3429000 w 5753100"/>
                <a:gd name="connsiteY3" fmla="*/ 139415 h 2387315"/>
                <a:gd name="connsiteX4" fmla="*/ 5753100 w 5753100"/>
                <a:gd name="connsiteY4" fmla="*/ 2368265 h 238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3100" h="2387315">
                  <a:moveTo>
                    <a:pt x="0" y="2387315"/>
                  </a:moveTo>
                  <a:lnTo>
                    <a:pt x="2133600" y="234665"/>
                  </a:lnTo>
                  <a:lnTo>
                    <a:pt x="2133600" y="234665"/>
                  </a:lnTo>
                  <a:cubicBezTo>
                    <a:pt x="2349500" y="218790"/>
                    <a:pt x="2825750" y="-216185"/>
                    <a:pt x="3429000" y="139415"/>
                  </a:cubicBezTo>
                  <a:cubicBezTo>
                    <a:pt x="4032250" y="495015"/>
                    <a:pt x="4892675" y="1431640"/>
                    <a:pt x="5753100" y="236826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72E7E78B-47FB-A36B-C4CB-3203083560E7}"/>
                    </a:ext>
                  </a:extLst>
                </p:cNvPr>
                <p:cNvSpPr txBox="1"/>
                <p:nvPr/>
              </p:nvSpPr>
              <p:spPr>
                <a:xfrm>
                  <a:off x="3565507" y="1469907"/>
                  <a:ext cx="1838325" cy="4854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/>
                    <a:t>도약거리</a:t>
                  </a:r>
                  <a14:m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a14:m>
                  <a:r>
                    <a:rPr lang="en-US" altLang="ko-KR"/>
                    <a:t>m</a:t>
                  </a:r>
                  <a:endParaRPr lang="ko-KR" altLang="en-US"/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72E7E78B-47FB-A36B-C4CB-3203083560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5507" y="1469907"/>
                  <a:ext cx="1838325" cy="485454"/>
                </a:xfrm>
                <a:prstGeom prst="rect">
                  <a:avLst/>
                </a:prstGeom>
                <a:blipFill>
                  <a:blip r:embed="rId2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5D0AE8DF-C980-598E-2A9C-47AE47A359B3}"/>
                </a:ext>
              </a:extLst>
            </p:cNvPr>
            <p:cNvCxnSpPr>
              <a:cxnSpLocks/>
              <a:stCxn id="44" idx="4"/>
              <a:endCxn id="49" idx="2"/>
            </p:cNvCxnSpPr>
            <p:nvPr/>
          </p:nvCxnSpPr>
          <p:spPr>
            <a:xfrm flipV="1">
              <a:off x="10010775" y="3985108"/>
              <a:ext cx="594803" cy="1539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E23932CB-57C3-DF59-5D97-AA2CC155F4C9}"/>
                </a:ext>
              </a:extLst>
            </p:cNvPr>
            <p:cNvSpPr/>
            <p:nvPr/>
          </p:nvSpPr>
          <p:spPr>
            <a:xfrm>
              <a:off x="10187953" y="2330450"/>
              <a:ext cx="511797" cy="1663700"/>
            </a:xfrm>
            <a:custGeom>
              <a:avLst/>
              <a:gdLst>
                <a:gd name="connsiteX0" fmla="*/ 16497 w 511797"/>
                <a:gd name="connsiteY0" fmla="*/ 1663700 h 1663700"/>
                <a:gd name="connsiteX1" fmla="*/ 60947 w 511797"/>
                <a:gd name="connsiteY1" fmla="*/ 374650 h 1663700"/>
                <a:gd name="connsiteX2" fmla="*/ 511797 w 511797"/>
                <a:gd name="connsiteY2" fmla="*/ 0 h 166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1797" h="1663700">
                  <a:moveTo>
                    <a:pt x="16497" y="1663700"/>
                  </a:moveTo>
                  <a:cubicBezTo>
                    <a:pt x="-2553" y="1157816"/>
                    <a:pt x="-21603" y="651933"/>
                    <a:pt x="60947" y="374650"/>
                  </a:cubicBezTo>
                  <a:cubicBezTo>
                    <a:pt x="143497" y="97367"/>
                    <a:pt x="327647" y="48683"/>
                    <a:pt x="511797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C80FF9E-AA69-69C7-97EA-1720C3AA65B7}"/>
                </a:ext>
              </a:extLst>
            </p:cNvPr>
            <p:cNvSpPr txBox="1"/>
            <p:nvPr/>
          </p:nvSpPr>
          <p:spPr>
            <a:xfrm>
              <a:off x="10668000" y="2030648"/>
              <a:ext cx="101196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0"/>
              <a:r>
                <a:rPr lang="ko-KR" altLang="en-US" sz="1000"/>
                <a:t>몬스터와 </a:t>
              </a:r>
              <a:r>
                <a:rPr lang="en-US" altLang="ko-KR" sz="1000"/>
                <a:t>PC </a:t>
              </a:r>
              <a:r>
                <a:rPr lang="ko-KR" altLang="en-US" sz="1000"/>
                <a:t>콜라이더 반지름 거리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441F472-4863-A767-83BC-6027CFC90BB5}"/>
                </a:ext>
              </a:extLst>
            </p:cNvPr>
            <p:cNvSpPr txBox="1"/>
            <p:nvPr/>
          </p:nvSpPr>
          <p:spPr>
            <a:xfrm>
              <a:off x="9471950" y="2809386"/>
              <a:ext cx="10119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0"/>
              <a:r>
                <a:rPr lang="ko-KR" altLang="en-US" sz="1000"/>
                <a:t>착지 후 공격 모션 지점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DFF0ECE-2B2A-C7ED-A456-28DF5CBB80EA}"/>
                </a:ext>
              </a:extLst>
            </p:cNvPr>
            <p:cNvSpPr txBox="1"/>
            <p:nvPr/>
          </p:nvSpPr>
          <p:spPr>
            <a:xfrm>
              <a:off x="6876829" y="1003140"/>
              <a:ext cx="10119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0"/>
              <a:r>
                <a:rPr lang="ko-KR" altLang="en-US" sz="1000"/>
                <a:t>도약 최고점</a:t>
              </a:r>
              <a:endParaRPr lang="en-US" altLang="ko-KR" sz="1000"/>
            </a:p>
            <a:p>
              <a:pPr algn="ctr" latinLnBrk="0"/>
              <a:r>
                <a:rPr lang="ko-KR" altLang="en-US" sz="1000"/>
                <a:t>위치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8A057FB-2AE9-A686-F9A2-12FB947AA4C6}"/>
                </a:ext>
              </a:extLst>
            </p:cNvPr>
            <p:cNvSpPr txBox="1"/>
            <p:nvPr/>
          </p:nvSpPr>
          <p:spPr>
            <a:xfrm>
              <a:off x="1043884" y="2767036"/>
              <a:ext cx="10119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0"/>
              <a:r>
                <a:rPr lang="ko-KR" altLang="en-US" sz="1000"/>
                <a:t>행동 패턴 시작 위치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2949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ADE4673F-EFC4-2E22-4296-301DBEAF3F68}"/>
              </a:ext>
            </a:extLst>
          </p:cNvPr>
          <p:cNvGrpSpPr/>
          <p:nvPr/>
        </p:nvGrpSpPr>
        <p:grpSpPr>
          <a:xfrm>
            <a:off x="1654656" y="144717"/>
            <a:ext cx="3677487" cy="2998007"/>
            <a:chOff x="1654656" y="144717"/>
            <a:chExt cx="3677487" cy="2998007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2BAAEE0-70F3-6EE0-63AF-4EE4B27E30D8}"/>
                </a:ext>
              </a:extLst>
            </p:cNvPr>
            <p:cNvSpPr/>
            <p:nvPr/>
          </p:nvSpPr>
          <p:spPr>
            <a:xfrm>
              <a:off x="2944326" y="1004038"/>
              <a:ext cx="2387817" cy="2138686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D3563558-9AAD-5BBD-D6D0-9D9CEF304713}"/>
                </a:ext>
              </a:extLst>
            </p:cNvPr>
            <p:cNvSpPr/>
            <p:nvPr/>
          </p:nvSpPr>
          <p:spPr>
            <a:xfrm>
              <a:off x="3964481" y="1865603"/>
              <a:ext cx="347508" cy="415557"/>
            </a:xfrm>
            <a:custGeom>
              <a:avLst/>
              <a:gdLst>
                <a:gd name="connsiteX0" fmla="*/ 290512 w 581025"/>
                <a:gd name="connsiteY0" fmla="*/ 0 h 857251"/>
                <a:gd name="connsiteX1" fmla="*/ 581025 w 581025"/>
                <a:gd name="connsiteY1" fmla="*/ 290512 h 857251"/>
                <a:gd name="connsiteX2" fmla="*/ 435769 w 581025"/>
                <a:gd name="connsiteY2" fmla="*/ 290512 h 857251"/>
                <a:gd name="connsiteX3" fmla="*/ 435769 w 581025"/>
                <a:gd name="connsiteY3" fmla="*/ 501573 h 857251"/>
                <a:gd name="connsiteX4" fmla="*/ 445422 w 581025"/>
                <a:gd name="connsiteY4" fmla="*/ 507656 h 857251"/>
                <a:gd name="connsiteX5" fmla="*/ 509587 w 581025"/>
                <a:gd name="connsiteY5" fmla="*/ 652463 h 857251"/>
                <a:gd name="connsiteX6" fmla="*/ 290512 w 581025"/>
                <a:gd name="connsiteY6" fmla="*/ 857251 h 857251"/>
                <a:gd name="connsiteX7" fmla="*/ 71437 w 581025"/>
                <a:gd name="connsiteY7" fmla="*/ 652463 h 857251"/>
                <a:gd name="connsiteX8" fmla="*/ 135603 w 581025"/>
                <a:gd name="connsiteY8" fmla="*/ 507656 h 857251"/>
                <a:gd name="connsiteX9" fmla="*/ 145256 w 581025"/>
                <a:gd name="connsiteY9" fmla="*/ 501572 h 857251"/>
                <a:gd name="connsiteX10" fmla="*/ 145256 w 581025"/>
                <a:gd name="connsiteY10" fmla="*/ 290512 h 857251"/>
                <a:gd name="connsiteX11" fmla="*/ 0 w 581025"/>
                <a:gd name="connsiteY11" fmla="*/ 290512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1025" h="857251">
                  <a:moveTo>
                    <a:pt x="290512" y="0"/>
                  </a:moveTo>
                  <a:lnTo>
                    <a:pt x="581025" y="290512"/>
                  </a:lnTo>
                  <a:lnTo>
                    <a:pt x="435769" y="290512"/>
                  </a:lnTo>
                  <a:lnTo>
                    <a:pt x="435769" y="501573"/>
                  </a:lnTo>
                  <a:lnTo>
                    <a:pt x="445422" y="507656"/>
                  </a:lnTo>
                  <a:cubicBezTo>
                    <a:pt x="485066" y="544716"/>
                    <a:pt x="509587" y="595913"/>
                    <a:pt x="509587" y="652463"/>
                  </a:cubicBezTo>
                  <a:cubicBezTo>
                    <a:pt x="509587" y="765564"/>
                    <a:pt x="411504" y="857251"/>
                    <a:pt x="290512" y="857251"/>
                  </a:cubicBezTo>
                  <a:cubicBezTo>
                    <a:pt x="169520" y="857251"/>
                    <a:pt x="71437" y="765564"/>
                    <a:pt x="71437" y="652463"/>
                  </a:cubicBezTo>
                  <a:cubicBezTo>
                    <a:pt x="71437" y="595913"/>
                    <a:pt x="95958" y="544716"/>
                    <a:pt x="135603" y="507656"/>
                  </a:cubicBezTo>
                  <a:lnTo>
                    <a:pt x="145256" y="501572"/>
                  </a:lnTo>
                  <a:lnTo>
                    <a:pt x="145256" y="290512"/>
                  </a:lnTo>
                  <a:lnTo>
                    <a:pt x="0" y="290512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719F40A0-2959-BEB4-1214-E27DB6D97A8F}"/>
                </a:ext>
              </a:extLst>
            </p:cNvPr>
            <p:cNvSpPr/>
            <p:nvPr/>
          </p:nvSpPr>
          <p:spPr>
            <a:xfrm rot="11789696">
              <a:off x="4595374" y="221192"/>
              <a:ext cx="347508" cy="415557"/>
            </a:xfrm>
            <a:custGeom>
              <a:avLst/>
              <a:gdLst>
                <a:gd name="connsiteX0" fmla="*/ 290512 w 581025"/>
                <a:gd name="connsiteY0" fmla="*/ 0 h 857251"/>
                <a:gd name="connsiteX1" fmla="*/ 581025 w 581025"/>
                <a:gd name="connsiteY1" fmla="*/ 290512 h 857251"/>
                <a:gd name="connsiteX2" fmla="*/ 435769 w 581025"/>
                <a:gd name="connsiteY2" fmla="*/ 290512 h 857251"/>
                <a:gd name="connsiteX3" fmla="*/ 435769 w 581025"/>
                <a:gd name="connsiteY3" fmla="*/ 501573 h 857251"/>
                <a:gd name="connsiteX4" fmla="*/ 445422 w 581025"/>
                <a:gd name="connsiteY4" fmla="*/ 507656 h 857251"/>
                <a:gd name="connsiteX5" fmla="*/ 509587 w 581025"/>
                <a:gd name="connsiteY5" fmla="*/ 652463 h 857251"/>
                <a:gd name="connsiteX6" fmla="*/ 290512 w 581025"/>
                <a:gd name="connsiteY6" fmla="*/ 857251 h 857251"/>
                <a:gd name="connsiteX7" fmla="*/ 71437 w 581025"/>
                <a:gd name="connsiteY7" fmla="*/ 652463 h 857251"/>
                <a:gd name="connsiteX8" fmla="*/ 135603 w 581025"/>
                <a:gd name="connsiteY8" fmla="*/ 507656 h 857251"/>
                <a:gd name="connsiteX9" fmla="*/ 145256 w 581025"/>
                <a:gd name="connsiteY9" fmla="*/ 501572 h 857251"/>
                <a:gd name="connsiteX10" fmla="*/ 145256 w 581025"/>
                <a:gd name="connsiteY10" fmla="*/ 290512 h 857251"/>
                <a:gd name="connsiteX11" fmla="*/ 0 w 581025"/>
                <a:gd name="connsiteY11" fmla="*/ 290512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1025" h="857251">
                  <a:moveTo>
                    <a:pt x="290512" y="0"/>
                  </a:moveTo>
                  <a:lnTo>
                    <a:pt x="581025" y="290512"/>
                  </a:lnTo>
                  <a:lnTo>
                    <a:pt x="435769" y="290512"/>
                  </a:lnTo>
                  <a:lnTo>
                    <a:pt x="435769" y="501573"/>
                  </a:lnTo>
                  <a:lnTo>
                    <a:pt x="445422" y="507656"/>
                  </a:lnTo>
                  <a:cubicBezTo>
                    <a:pt x="485066" y="544716"/>
                    <a:pt x="509587" y="595913"/>
                    <a:pt x="509587" y="652463"/>
                  </a:cubicBezTo>
                  <a:cubicBezTo>
                    <a:pt x="509587" y="765564"/>
                    <a:pt x="411504" y="857251"/>
                    <a:pt x="290512" y="857251"/>
                  </a:cubicBezTo>
                  <a:cubicBezTo>
                    <a:pt x="169520" y="857251"/>
                    <a:pt x="71437" y="765564"/>
                    <a:pt x="71437" y="652463"/>
                  </a:cubicBezTo>
                  <a:cubicBezTo>
                    <a:pt x="71437" y="595913"/>
                    <a:pt x="95958" y="544716"/>
                    <a:pt x="135603" y="507656"/>
                  </a:cubicBezTo>
                  <a:lnTo>
                    <a:pt x="145256" y="501572"/>
                  </a:lnTo>
                  <a:lnTo>
                    <a:pt x="145256" y="290512"/>
                  </a:lnTo>
                  <a:lnTo>
                    <a:pt x="0" y="290512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264D82A-B8BC-11C2-5900-9F6294399A25}"/>
                </a:ext>
              </a:extLst>
            </p:cNvPr>
            <p:cNvSpPr/>
            <p:nvPr/>
          </p:nvSpPr>
          <p:spPr>
            <a:xfrm>
              <a:off x="1654656" y="207108"/>
              <a:ext cx="265163" cy="80592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BA4C290-B529-0F14-64E6-A215DF51F240}"/>
                </a:ext>
              </a:extLst>
            </p:cNvPr>
            <p:cNvSpPr/>
            <p:nvPr/>
          </p:nvSpPr>
          <p:spPr>
            <a:xfrm>
              <a:off x="1654656" y="412484"/>
              <a:ext cx="265163" cy="80592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3AA679-B644-69C6-B66B-03FF2C41D148}"/>
                </a:ext>
              </a:extLst>
            </p:cNvPr>
            <p:cNvSpPr txBox="1"/>
            <p:nvPr/>
          </p:nvSpPr>
          <p:spPr>
            <a:xfrm>
              <a:off x="1980584" y="144717"/>
              <a:ext cx="1123671" cy="205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/>
                <a:t>플레이어 캐릭터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2B4F207-B896-1B57-96C8-A40AC746B0EB}"/>
                </a:ext>
              </a:extLst>
            </p:cNvPr>
            <p:cNvSpPr txBox="1"/>
            <p:nvPr/>
          </p:nvSpPr>
          <p:spPr>
            <a:xfrm>
              <a:off x="1980584" y="350092"/>
              <a:ext cx="1123671" cy="205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/>
                <a:t>몬스터</a:t>
              </a: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B13B63D5-2FC3-A502-7166-F5520F25E325}"/>
                </a:ext>
              </a:extLst>
            </p:cNvPr>
            <p:cNvSpPr/>
            <p:nvPr/>
          </p:nvSpPr>
          <p:spPr>
            <a:xfrm>
              <a:off x="1654656" y="648325"/>
              <a:ext cx="265163" cy="80592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326A06D-1C49-1F31-CFFC-CC7C294BB535}"/>
                </a:ext>
              </a:extLst>
            </p:cNvPr>
            <p:cNvSpPr txBox="1"/>
            <p:nvPr/>
          </p:nvSpPr>
          <p:spPr>
            <a:xfrm>
              <a:off x="1977097" y="574377"/>
              <a:ext cx="1123671" cy="205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/>
                <a:t>3m</a:t>
              </a:r>
              <a:r>
                <a:rPr lang="ko-KR" altLang="en-US" sz="1000"/>
                <a:t>반경</a:t>
              </a: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A2975AEE-A7DF-0BEB-3876-260C819A25FB}"/>
                </a:ext>
              </a:extLst>
            </p:cNvPr>
            <p:cNvSpPr/>
            <p:nvPr/>
          </p:nvSpPr>
          <p:spPr>
            <a:xfrm rot="8083838">
              <a:off x="3262693" y="1320171"/>
              <a:ext cx="293476" cy="492064"/>
            </a:xfrm>
            <a:custGeom>
              <a:avLst/>
              <a:gdLst>
                <a:gd name="connsiteX0" fmla="*/ 290512 w 581025"/>
                <a:gd name="connsiteY0" fmla="*/ 0 h 857251"/>
                <a:gd name="connsiteX1" fmla="*/ 581025 w 581025"/>
                <a:gd name="connsiteY1" fmla="*/ 290512 h 857251"/>
                <a:gd name="connsiteX2" fmla="*/ 435769 w 581025"/>
                <a:gd name="connsiteY2" fmla="*/ 290512 h 857251"/>
                <a:gd name="connsiteX3" fmla="*/ 435769 w 581025"/>
                <a:gd name="connsiteY3" fmla="*/ 501573 h 857251"/>
                <a:gd name="connsiteX4" fmla="*/ 445422 w 581025"/>
                <a:gd name="connsiteY4" fmla="*/ 507656 h 857251"/>
                <a:gd name="connsiteX5" fmla="*/ 509587 w 581025"/>
                <a:gd name="connsiteY5" fmla="*/ 652463 h 857251"/>
                <a:gd name="connsiteX6" fmla="*/ 290512 w 581025"/>
                <a:gd name="connsiteY6" fmla="*/ 857251 h 857251"/>
                <a:gd name="connsiteX7" fmla="*/ 71437 w 581025"/>
                <a:gd name="connsiteY7" fmla="*/ 652463 h 857251"/>
                <a:gd name="connsiteX8" fmla="*/ 135603 w 581025"/>
                <a:gd name="connsiteY8" fmla="*/ 507656 h 857251"/>
                <a:gd name="connsiteX9" fmla="*/ 145256 w 581025"/>
                <a:gd name="connsiteY9" fmla="*/ 501572 h 857251"/>
                <a:gd name="connsiteX10" fmla="*/ 145256 w 581025"/>
                <a:gd name="connsiteY10" fmla="*/ 290512 h 857251"/>
                <a:gd name="connsiteX11" fmla="*/ 0 w 581025"/>
                <a:gd name="connsiteY11" fmla="*/ 290512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1025" h="857251">
                  <a:moveTo>
                    <a:pt x="290512" y="0"/>
                  </a:moveTo>
                  <a:lnTo>
                    <a:pt x="581025" y="290512"/>
                  </a:lnTo>
                  <a:lnTo>
                    <a:pt x="435769" y="290512"/>
                  </a:lnTo>
                  <a:lnTo>
                    <a:pt x="435769" y="501573"/>
                  </a:lnTo>
                  <a:lnTo>
                    <a:pt x="445422" y="507656"/>
                  </a:lnTo>
                  <a:cubicBezTo>
                    <a:pt x="485066" y="544716"/>
                    <a:pt x="509587" y="595913"/>
                    <a:pt x="509587" y="652463"/>
                  </a:cubicBezTo>
                  <a:cubicBezTo>
                    <a:pt x="509587" y="765564"/>
                    <a:pt x="411504" y="857251"/>
                    <a:pt x="290512" y="857251"/>
                  </a:cubicBezTo>
                  <a:cubicBezTo>
                    <a:pt x="169520" y="857251"/>
                    <a:pt x="71437" y="765564"/>
                    <a:pt x="71437" y="652463"/>
                  </a:cubicBezTo>
                  <a:cubicBezTo>
                    <a:pt x="71437" y="595913"/>
                    <a:pt x="95958" y="544716"/>
                    <a:pt x="135603" y="507656"/>
                  </a:cubicBezTo>
                  <a:lnTo>
                    <a:pt x="145256" y="501572"/>
                  </a:lnTo>
                  <a:lnTo>
                    <a:pt x="145256" y="290512"/>
                  </a:lnTo>
                  <a:lnTo>
                    <a:pt x="0" y="290512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  <p:sp>
        <p:nvSpPr>
          <p:cNvPr id="82" name="자유형: 도형 81">
            <a:extLst>
              <a:ext uri="{FF2B5EF4-FFF2-40B4-BE49-F238E27FC236}">
                <a16:creationId xmlns:a16="http://schemas.microsoft.com/office/drawing/2014/main" id="{D8818B19-DB55-FACC-8E3E-811E5BD4EAFF}"/>
              </a:ext>
            </a:extLst>
          </p:cNvPr>
          <p:cNvSpPr/>
          <p:nvPr/>
        </p:nvSpPr>
        <p:spPr>
          <a:xfrm rot="11789696">
            <a:off x="10940619" y="335675"/>
            <a:ext cx="347508" cy="415557"/>
          </a:xfrm>
          <a:custGeom>
            <a:avLst/>
            <a:gdLst>
              <a:gd name="connsiteX0" fmla="*/ 290512 w 581025"/>
              <a:gd name="connsiteY0" fmla="*/ 0 h 857251"/>
              <a:gd name="connsiteX1" fmla="*/ 581025 w 581025"/>
              <a:gd name="connsiteY1" fmla="*/ 290512 h 857251"/>
              <a:gd name="connsiteX2" fmla="*/ 435769 w 581025"/>
              <a:gd name="connsiteY2" fmla="*/ 290512 h 857251"/>
              <a:gd name="connsiteX3" fmla="*/ 435769 w 581025"/>
              <a:gd name="connsiteY3" fmla="*/ 501573 h 857251"/>
              <a:gd name="connsiteX4" fmla="*/ 445422 w 581025"/>
              <a:gd name="connsiteY4" fmla="*/ 507656 h 857251"/>
              <a:gd name="connsiteX5" fmla="*/ 509587 w 581025"/>
              <a:gd name="connsiteY5" fmla="*/ 652463 h 857251"/>
              <a:gd name="connsiteX6" fmla="*/ 290512 w 581025"/>
              <a:gd name="connsiteY6" fmla="*/ 857251 h 857251"/>
              <a:gd name="connsiteX7" fmla="*/ 71437 w 581025"/>
              <a:gd name="connsiteY7" fmla="*/ 652463 h 857251"/>
              <a:gd name="connsiteX8" fmla="*/ 135603 w 581025"/>
              <a:gd name="connsiteY8" fmla="*/ 507656 h 857251"/>
              <a:gd name="connsiteX9" fmla="*/ 145256 w 581025"/>
              <a:gd name="connsiteY9" fmla="*/ 501572 h 857251"/>
              <a:gd name="connsiteX10" fmla="*/ 145256 w 581025"/>
              <a:gd name="connsiteY10" fmla="*/ 290512 h 857251"/>
              <a:gd name="connsiteX11" fmla="*/ 0 w 581025"/>
              <a:gd name="connsiteY11" fmla="*/ 290512 h 85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25" h="857251">
                <a:moveTo>
                  <a:pt x="290512" y="0"/>
                </a:moveTo>
                <a:lnTo>
                  <a:pt x="581025" y="290512"/>
                </a:lnTo>
                <a:lnTo>
                  <a:pt x="435769" y="290512"/>
                </a:lnTo>
                <a:lnTo>
                  <a:pt x="435769" y="501573"/>
                </a:lnTo>
                <a:lnTo>
                  <a:pt x="445422" y="507656"/>
                </a:lnTo>
                <a:cubicBezTo>
                  <a:pt x="485066" y="544716"/>
                  <a:pt x="509587" y="595913"/>
                  <a:pt x="509587" y="652463"/>
                </a:cubicBezTo>
                <a:cubicBezTo>
                  <a:pt x="509587" y="765564"/>
                  <a:pt x="411504" y="857251"/>
                  <a:pt x="290512" y="857251"/>
                </a:cubicBezTo>
                <a:cubicBezTo>
                  <a:pt x="169520" y="857251"/>
                  <a:pt x="71437" y="765564"/>
                  <a:pt x="71437" y="652463"/>
                </a:cubicBezTo>
                <a:cubicBezTo>
                  <a:pt x="71437" y="595913"/>
                  <a:pt x="95958" y="544716"/>
                  <a:pt x="135603" y="507656"/>
                </a:cubicBezTo>
                <a:lnTo>
                  <a:pt x="145256" y="501572"/>
                </a:lnTo>
                <a:lnTo>
                  <a:pt x="145256" y="290512"/>
                </a:lnTo>
                <a:lnTo>
                  <a:pt x="0" y="290512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26043A11-9DE9-3A5A-6350-1A735D51E944}"/>
              </a:ext>
            </a:extLst>
          </p:cNvPr>
          <p:cNvGrpSpPr/>
          <p:nvPr/>
        </p:nvGrpSpPr>
        <p:grpSpPr>
          <a:xfrm>
            <a:off x="7887423" y="252626"/>
            <a:ext cx="3733077" cy="3251953"/>
            <a:chOff x="7887423" y="252626"/>
            <a:chExt cx="3733077" cy="3251953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AA34B10-63EC-B647-79C7-5CCFCB8D0609}"/>
                </a:ext>
              </a:extLst>
            </p:cNvPr>
            <p:cNvGrpSpPr/>
            <p:nvPr/>
          </p:nvGrpSpPr>
          <p:grpSpPr>
            <a:xfrm>
              <a:off x="7887423" y="252626"/>
              <a:ext cx="3733077" cy="3251953"/>
              <a:chOff x="4410798" y="919970"/>
              <a:chExt cx="3790227" cy="3696095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DE9C2D57-A761-3DB7-3574-E3F0F9B994D3}"/>
                  </a:ext>
                </a:extLst>
              </p:cNvPr>
              <p:cNvGrpSpPr/>
              <p:nvPr/>
            </p:nvGrpSpPr>
            <p:grpSpPr>
              <a:xfrm>
                <a:off x="4410798" y="919970"/>
                <a:ext cx="3790227" cy="3696095"/>
                <a:chOff x="4410798" y="919970"/>
                <a:chExt cx="3790227" cy="3696095"/>
              </a:xfrm>
            </p:grpSpPr>
            <p:grpSp>
              <p:nvGrpSpPr>
                <p:cNvPr id="7" name="그룹 6">
                  <a:extLst>
                    <a:ext uri="{FF2B5EF4-FFF2-40B4-BE49-F238E27FC236}">
                      <a16:creationId xmlns:a16="http://schemas.microsoft.com/office/drawing/2014/main" id="{9E567CFE-D8D8-89DF-7E50-65992F5BA92D}"/>
                    </a:ext>
                  </a:extLst>
                </p:cNvPr>
                <p:cNvGrpSpPr/>
                <p:nvPr/>
              </p:nvGrpSpPr>
              <p:grpSpPr>
                <a:xfrm>
                  <a:off x="4410798" y="919970"/>
                  <a:ext cx="3790227" cy="3696095"/>
                  <a:chOff x="665913" y="796860"/>
                  <a:chExt cx="3790227" cy="3696095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6C7263F3-964B-E492-0101-72118FAFAD11}"/>
                      </a:ext>
                    </a:extLst>
                  </p:cNvPr>
                  <p:cNvSpPr/>
                  <p:nvPr/>
                </p:nvSpPr>
                <p:spPr>
                  <a:xfrm>
                    <a:off x="1904820" y="1725253"/>
                    <a:ext cx="2551320" cy="276770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0" name="자유형: 도형 29">
                    <a:extLst>
                      <a:ext uri="{FF2B5EF4-FFF2-40B4-BE49-F238E27FC236}">
                        <a16:creationId xmlns:a16="http://schemas.microsoft.com/office/drawing/2014/main" id="{9B27F32D-B803-B150-9EF7-EF0067DA4483}"/>
                      </a:ext>
                    </a:extLst>
                  </p:cNvPr>
                  <p:cNvSpPr/>
                  <p:nvPr/>
                </p:nvSpPr>
                <p:spPr>
                  <a:xfrm>
                    <a:off x="3004558" y="2860002"/>
                    <a:ext cx="351844" cy="498204"/>
                  </a:xfrm>
                  <a:custGeom>
                    <a:avLst/>
                    <a:gdLst>
                      <a:gd name="connsiteX0" fmla="*/ 290512 w 581025"/>
                      <a:gd name="connsiteY0" fmla="*/ 0 h 857251"/>
                      <a:gd name="connsiteX1" fmla="*/ 581025 w 581025"/>
                      <a:gd name="connsiteY1" fmla="*/ 290512 h 857251"/>
                      <a:gd name="connsiteX2" fmla="*/ 435769 w 581025"/>
                      <a:gd name="connsiteY2" fmla="*/ 290512 h 857251"/>
                      <a:gd name="connsiteX3" fmla="*/ 435769 w 581025"/>
                      <a:gd name="connsiteY3" fmla="*/ 501573 h 857251"/>
                      <a:gd name="connsiteX4" fmla="*/ 445422 w 581025"/>
                      <a:gd name="connsiteY4" fmla="*/ 507656 h 857251"/>
                      <a:gd name="connsiteX5" fmla="*/ 509587 w 581025"/>
                      <a:gd name="connsiteY5" fmla="*/ 652463 h 857251"/>
                      <a:gd name="connsiteX6" fmla="*/ 290512 w 581025"/>
                      <a:gd name="connsiteY6" fmla="*/ 857251 h 857251"/>
                      <a:gd name="connsiteX7" fmla="*/ 71437 w 581025"/>
                      <a:gd name="connsiteY7" fmla="*/ 652463 h 857251"/>
                      <a:gd name="connsiteX8" fmla="*/ 135603 w 581025"/>
                      <a:gd name="connsiteY8" fmla="*/ 507656 h 857251"/>
                      <a:gd name="connsiteX9" fmla="*/ 145256 w 581025"/>
                      <a:gd name="connsiteY9" fmla="*/ 501572 h 857251"/>
                      <a:gd name="connsiteX10" fmla="*/ 145256 w 581025"/>
                      <a:gd name="connsiteY10" fmla="*/ 290512 h 857251"/>
                      <a:gd name="connsiteX11" fmla="*/ 0 w 581025"/>
                      <a:gd name="connsiteY11" fmla="*/ 290512 h 8572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581025" h="857251">
                        <a:moveTo>
                          <a:pt x="290512" y="0"/>
                        </a:moveTo>
                        <a:lnTo>
                          <a:pt x="581025" y="290512"/>
                        </a:lnTo>
                        <a:lnTo>
                          <a:pt x="435769" y="290512"/>
                        </a:lnTo>
                        <a:lnTo>
                          <a:pt x="435769" y="501573"/>
                        </a:lnTo>
                        <a:lnTo>
                          <a:pt x="445422" y="507656"/>
                        </a:lnTo>
                        <a:cubicBezTo>
                          <a:pt x="485066" y="544716"/>
                          <a:pt x="509587" y="595913"/>
                          <a:pt x="509587" y="652463"/>
                        </a:cubicBezTo>
                        <a:cubicBezTo>
                          <a:pt x="509587" y="765564"/>
                          <a:pt x="411504" y="857251"/>
                          <a:pt x="290512" y="857251"/>
                        </a:cubicBezTo>
                        <a:cubicBezTo>
                          <a:pt x="169520" y="857251"/>
                          <a:pt x="71437" y="765564"/>
                          <a:pt x="71437" y="652463"/>
                        </a:cubicBezTo>
                        <a:cubicBezTo>
                          <a:pt x="71437" y="595913"/>
                          <a:pt x="95958" y="544716"/>
                          <a:pt x="135603" y="507656"/>
                        </a:cubicBezTo>
                        <a:lnTo>
                          <a:pt x="145256" y="501572"/>
                        </a:lnTo>
                        <a:lnTo>
                          <a:pt x="145256" y="290512"/>
                        </a:lnTo>
                        <a:lnTo>
                          <a:pt x="0" y="290512"/>
                        </a:lnTo>
                        <a:close/>
                      </a:path>
                    </a:pathLst>
                  </a:custGeom>
                  <a:solidFill>
                    <a:srgbClr val="00B0F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36" name="직사각형 35">
                    <a:extLst>
                      <a:ext uri="{FF2B5EF4-FFF2-40B4-BE49-F238E27FC236}">
                        <a16:creationId xmlns:a16="http://schemas.microsoft.com/office/drawing/2014/main" id="{189D6A27-7623-AC33-256E-A9336B2F44CC}"/>
                      </a:ext>
                    </a:extLst>
                  </p:cNvPr>
                  <p:cNvSpPr/>
                  <p:nvPr/>
                </p:nvSpPr>
                <p:spPr>
                  <a:xfrm>
                    <a:off x="665913" y="871660"/>
                    <a:ext cx="268472" cy="96621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7" name="직사각형 36">
                    <a:extLst>
                      <a:ext uri="{FF2B5EF4-FFF2-40B4-BE49-F238E27FC236}">
                        <a16:creationId xmlns:a16="http://schemas.microsoft.com/office/drawing/2014/main" id="{49E71DC3-5EBF-77AB-046C-299541F87132}"/>
                      </a:ext>
                    </a:extLst>
                  </p:cNvPr>
                  <p:cNvSpPr/>
                  <p:nvPr/>
                </p:nvSpPr>
                <p:spPr>
                  <a:xfrm>
                    <a:off x="665913" y="1117881"/>
                    <a:ext cx="268472" cy="96621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57D7E0F3-6EBD-2818-8E2E-BFF8B83CFFCC}"/>
                      </a:ext>
                    </a:extLst>
                  </p:cNvPr>
                  <p:cNvSpPr txBox="1"/>
                  <p:nvPr/>
                </p:nvSpPr>
                <p:spPr>
                  <a:xfrm>
                    <a:off x="995908" y="796860"/>
                    <a:ext cx="113769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00"/>
                      <a:t>플레이어 캐릭터</a:t>
                    </a:r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7102C03D-3D7D-F1A5-C539-4E042262BA38}"/>
                      </a:ext>
                    </a:extLst>
                  </p:cNvPr>
                  <p:cNvSpPr txBox="1"/>
                  <p:nvPr/>
                </p:nvSpPr>
                <p:spPr>
                  <a:xfrm>
                    <a:off x="995908" y="1043081"/>
                    <a:ext cx="113769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000"/>
                      <a:t>몬스터</a:t>
                    </a:r>
                  </a:p>
                </p:txBody>
              </p:sp>
              <p:sp>
                <p:nvSpPr>
                  <p:cNvPr id="40" name="직사각형 39">
                    <a:extLst>
                      <a:ext uri="{FF2B5EF4-FFF2-40B4-BE49-F238E27FC236}">
                        <a16:creationId xmlns:a16="http://schemas.microsoft.com/office/drawing/2014/main" id="{82D183A8-2FB3-052B-21DA-63AA33E0EA60}"/>
                      </a:ext>
                    </a:extLst>
                  </p:cNvPr>
                  <p:cNvSpPr/>
                  <p:nvPr/>
                </p:nvSpPr>
                <p:spPr>
                  <a:xfrm>
                    <a:off x="665913" y="1400627"/>
                    <a:ext cx="268472" cy="96621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EB6832C8-2329-0A95-4BE6-0C73C21FE38C}"/>
                      </a:ext>
                    </a:extLst>
                  </p:cNvPr>
                  <p:cNvSpPr txBox="1"/>
                  <p:nvPr/>
                </p:nvSpPr>
                <p:spPr>
                  <a:xfrm>
                    <a:off x="992377" y="1311973"/>
                    <a:ext cx="113769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/>
                      <a:t>3m</a:t>
                    </a:r>
                    <a:r>
                      <a:rPr lang="ko-KR" altLang="en-US" sz="1000"/>
                      <a:t>반경</a:t>
                    </a:r>
                  </a:p>
                </p:txBody>
              </p:sp>
            </p:grp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2AA45998-FE58-6BF8-4E69-7DCFF89EB82F}"/>
                    </a:ext>
                  </a:extLst>
                </p:cNvPr>
                <p:cNvSpPr/>
                <p:nvPr/>
              </p:nvSpPr>
              <p:spPr>
                <a:xfrm>
                  <a:off x="7688608" y="1106012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17AA7E4B-76B4-194A-5658-6A1C5426B8C6}"/>
                  </a:ext>
                </a:extLst>
              </p:cNvPr>
              <p:cNvSpPr/>
              <p:nvPr/>
            </p:nvSpPr>
            <p:spPr>
              <a:xfrm rot="8083838">
                <a:off x="5999809" y="2251955"/>
                <a:ext cx="351844" cy="498204"/>
              </a:xfrm>
              <a:custGeom>
                <a:avLst/>
                <a:gdLst>
                  <a:gd name="connsiteX0" fmla="*/ 290512 w 581025"/>
                  <a:gd name="connsiteY0" fmla="*/ 0 h 857251"/>
                  <a:gd name="connsiteX1" fmla="*/ 581025 w 581025"/>
                  <a:gd name="connsiteY1" fmla="*/ 290512 h 857251"/>
                  <a:gd name="connsiteX2" fmla="*/ 435769 w 581025"/>
                  <a:gd name="connsiteY2" fmla="*/ 290512 h 857251"/>
                  <a:gd name="connsiteX3" fmla="*/ 435769 w 581025"/>
                  <a:gd name="connsiteY3" fmla="*/ 501573 h 857251"/>
                  <a:gd name="connsiteX4" fmla="*/ 445422 w 581025"/>
                  <a:gd name="connsiteY4" fmla="*/ 507656 h 857251"/>
                  <a:gd name="connsiteX5" fmla="*/ 509587 w 581025"/>
                  <a:gd name="connsiteY5" fmla="*/ 652463 h 857251"/>
                  <a:gd name="connsiteX6" fmla="*/ 290512 w 581025"/>
                  <a:gd name="connsiteY6" fmla="*/ 857251 h 857251"/>
                  <a:gd name="connsiteX7" fmla="*/ 71437 w 581025"/>
                  <a:gd name="connsiteY7" fmla="*/ 652463 h 857251"/>
                  <a:gd name="connsiteX8" fmla="*/ 135603 w 581025"/>
                  <a:gd name="connsiteY8" fmla="*/ 507656 h 857251"/>
                  <a:gd name="connsiteX9" fmla="*/ 145256 w 581025"/>
                  <a:gd name="connsiteY9" fmla="*/ 501572 h 857251"/>
                  <a:gd name="connsiteX10" fmla="*/ 145256 w 581025"/>
                  <a:gd name="connsiteY10" fmla="*/ 290512 h 857251"/>
                  <a:gd name="connsiteX11" fmla="*/ 0 w 581025"/>
                  <a:gd name="connsiteY11" fmla="*/ 290512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81025" h="857251">
                    <a:moveTo>
                      <a:pt x="290512" y="0"/>
                    </a:moveTo>
                    <a:lnTo>
                      <a:pt x="581025" y="290512"/>
                    </a:lnTo>
                    <a:lnTo>
                      <a:pt x="435769" y="290512"/>
                    </a:lnTo>
                    <a:lnTo>
                      <a:pt x="435769" y="501573"/>
                    </a:lnTo>
                    <a:lnTo>
                      <a:pt x="445422" y="507656"/>
                    </a:lnTo>
                    <a:cubicBezTo>
                      <a:pt x="485066" y="544716"/>
                      <a:pt x="509587" y="595913"/>
                      <a:pt x="509587" y="652463"/>
                    </a:cubicBezTo>
                    <a:cubicBezTo>
                      <a:pt x="509587" y="765564"/>
                      <a:pt x="411504" y="857251"/>
                      <a:pt x="290512" y="857251"/>
                    </a:cubicBezTo>
                    <a:cubicBezTo>
                      <a:pt x="169520" y="857251"/>
                      <a:pt x="71437" y="765564"/>
                      <a:pt x="71437" y="652463"/>
                    </a:cubicBezTo>
                    <a:cubicBezTo>
                      <a:pt x="71437" y="595913"/>
                      <a:pt x="95958" y="544716"/>
                      <a:pt x="135603" y="507656"/>
                    </a:cubicBezTo>
                    <a:lnTo>
                      <a:pt x="145256" y="501572"/>
                    </a:lnTo>
                    <a:lnTo>
                      <a:pt x="145256" y="290512"/>
                    </a:lnTo>
                    <a:lnTo>
                      <a:pt x="0" y="290512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83" name="자유형: 도형 82">
              <a:extLst>
                <a:ext uri="{FF2B5EF4-FFF2-40B4-BE49-F238E27FC236}">
                  <a16:creationId xmlns:a16="http://schemas.microsoft.com/office/drawing/2014/main" id="{921FD8D1-6A25-5787-8B43-3B0B366CAA65}"/>
                </a:ext>
              </a:extLst>
            </p:cNvPr>
            <p:cNvSpPr/>
            <p:nvPr/>
          </p:nvSpPr>
          <p:spPr>
            <a:xfrm rot="12341933">
              <a:off x="10694480" y="1079615"/>
              <a:ext cx="346539" cy="438337"/>
            </a:xfrm>
            <a:custGeom>
              <a:avLst/>
              <a:gdLst>
                <a:gd name="connsiteX0" fmla="*/ 290512 w 581025"/>
                <a:gd name="connsiteY0" fmla="*/ 0 h 857251"/>
                <a:gd name="connsiteX1" fmla="*/ 581025 w 581025"/>
                <a:gd name="connsiteY1" fmla="*/ 290512 h 857251"/>
                <a:gd name="connsiteX2" fmla="*/ 435769 w 581025"/>
                <a:gd name="connsiteY2" fmla="*/ 290512 h 857251"/>
                <a:gd name="connsiteX3" fmla="*/ 435769 w 581025"/>
                <a:gd name="connsiteY3" fmla="*/ 501573 h 857251"/>
                <a:gd name="connsiteX4" fmla="*/ 445422 w 581025"/>
                <a:gd name="connsiteY4" fmla="*/ 507656 h 857251"/>
                <a:gd name="connsiteX5" fmla="*/ 509587 w 581025"/>
                <a:gd name="connsiteY5" fmla="*/ 652463 h 857251"/>
                <a:gd name="connsiteX6" fmla="*/ 290512 w 581025"/>
                <a:gd name="connsiteY6" fmla="*/ 857251 h 857251"/>
                <a:gd name="connsiteX7" fmla="*/ 71437 w 581025"/>
                <a:gd name="connsiteY7" fmla="*/ 652463 h 857251"/>
                <a:gd name="connsiteX8" fmla="*/ 135603 w 581025"/>
                <a:gd name="connsiteY8" fmla="*/ 507656 h 857251"/>
                <a:gd name="connsiteX9" fmla="*/ 145256 w 581025"/>
                <a:gd name="connsiteY9" fmla="*/ 501572 h 857251"/>
                <a:gd name="connsiteX10" fmla="*/ 145256 w 581025"/>
                <a:gd name="connsiteY10" fmla="*/ 290512 h 857251"/>
                <a:gd name="connsiteX11" fmla="*/ 0 w 581025"/>
                <a:gd name="connsiteY11" fmla="*/ 290512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1025" h="857251">
                  <a:moveTo>
                    <a:pt x="290512" y="0"/>
                  </a:moveTo>
                  <a:lnTo>
                    <a:pt x="581025" y="290512"/>
                  </a:lnTo>
                  <a:lnTo>
                    <a:pt x="435769" y="290512"/>
                  </a:lnTo>
                  <a:lnTo>
                    <a:pt x="435769" y="501573"/>
                  </a:lnTo>
                  <a:lnTo>
                    <a:pt x="445422" y="507656"/>
                  </a:lnTo>
                  <a:cubicBezTo>
                    <a:pt x="485066" y="544716"/>
                    <a:pt x="509587" y="595913"/>
                    <a:pt x="509587" y="652463"/>
                  </a:cubicBezTo>
                  <a:cubicBezTo>
                    <a:pt x="509587" y="765564"/>
                    <a:pt x="411504" y="857251"/>
                    <a:pt x="290512" y="857251"/>
                  </a:cubicBezTo>
                  <a:cubicBezTo>
                    <a:pt x="169520" y="857251"/>
                    <a:pt x="71437" y="765564"/>
                    <a:pt x="71437" y="652463"/>
                  </a:cubicBezTo>
                  <a:cubicBezTo>
                    <a:pt x="71437" y="595913"/>
                    <a:pt x="95958" y="544716"/>
                    <a:pt x="135603" y="507656"/>
                  </a:cubicBezTo>
                  <a:lnTo>
                    <a:pt x="145256" y="501572"/>
                  </a:lnTo>
                  <a:lnTo>
                    <a:pt x="145256" y="290512"/>
                  </a:lnTo>
                  <a:lnTo>
                    <a:pt x="0" y="290512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236FAC8F-8D14-0FED-3CBE-AD586E7EBCF2}"/>
                </a:ext>
              </a:extLst>
            </p:cNvPr>
            <p:cNvSpPr/>
            <p:nvPr/>
          </p:nvSpPr>
          <p:spPr>
            <a:xfrm>
              <a:off x="10900005" y="1166310"/>
              <a:ext cx="45030" cy="402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5C739865-E8D5-62EB-8D1C-19075CD4058C}"/>
                </a:ext>
              </a:extLst>
            </p:cNvPr>
            <p:cNvCxnSpPr>
              <a:cxnSpLocks/>
              <a:stCxn id="86" idx="7"/>
              <a:endCxn id="84" idx="3"/>
            </p:cNvCxnSpPr>
            <p:nvPr/>
          </p:nvCxnSpPr>
          <p:spPr>
            <a:xfrm flipH="1">
              <a:off x="10906599" y="422203"/>
              <a:ext cx="247646" cy="77844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9BF654CE-2260-0FD1-A1CC-EC96BDD56F97}"/>
              </a:ext>
            </a:extLst>
          </p:cNvPr>
          <p:cNvGrpSpPr/>
          <p:nvPr/>
        </p:nvGrpSpPr>
        <p:grpSpPr>
          <a:xfrm>
            <a:off x="1820950" y="3257551"/>
            <a:ext cx="3760701" cy="3484989"/>
            <a:chOff x="1820950" y="3257551"/>
            <a:chExt cx="3760701" cy="3484989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462B6519-D13C-0B41-E9D1-7E56FF66306C}"/>
                </a:ext>
              </a:extLst>
            </p:cNvPr>
            <p:cNvGrpSpPr/>
            <p:nvPr/>
          </p:nvGrpSpPr>
          <p:grpSpPr>
            <a:xfrm>
              <a:off x="1820950" y="3257551"/>
              <a:ext cx="3760701" cy="3484989"/>
              <a:chOff x="1820950" y="3257551"/>
              <a:chExt cx="3760701" cy="34849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9C1F360B-9D72-D2C4-AE7D-7F7CEEB9DE15}"/>
                  </a:ext>
                </a:extLst>
              </p:cNvPr>
              <p:cNvGrpSpPr/>
              <p:nvPr/>
            </p:nvGrpSpPr>
            <p:grpSpPr>
              <a:xfrm>
                <a:off x="1820950" y="3257551"/>
                <a:ext cx="3760701" cy="3484989"/>
                <a:chOff x="1820950" y="3257551"/>
                <a:chExt cx="3760701" cy="3484989"/>
              </a:xfrm>
            </p:grpSpPr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0A899752-EE7F-117C-DE2D-9456953BFFE6}"/>
                    </a:ext>
                  </a:extLst>
                </p:cNvPr>
                <p:cNvSpPr/>
                <p:nvPr/>
              </p:nvSpPr>
              <p:spPr>
                <a:xfrm>
                  <a:off x="1865651" y="4164803"/>
                  <a:ext cx="2531444" cy="2577737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3DB60305-E3E4-A797-B1A4-062DDD7C2F83}"/>
                    </a:ext>
                  </a:extLst>
                </p:cNvPr>
                <p:cNvGrpSpPr/>
                <p:nvPr/>
              </p:nvGrpSpPr>
              <p:grpSpPr>
                <a:xfrm>
                  <a:off x="1820950" y="3257551"/>
                  <a:ext cx="3760701" cy="3442407"/>
                  <a:chOff x="4410798" y="919970"/>
                  <a:chExt cx="3790228" cy="3696094"/>
                </a:xfrm>
              </p:grpSpPr>
              <p:grpSp>
                <p:nvGrpSpPr>
                  <p:cNvPr id="31" name="그룹 30">
                    <a:extLst>
                      <a:ext uri="{FF2B5EF4-FFF2-40B4-BE49-F238E27FC236}">
                        <a16:creationId xmlns:a16="http://schemas.microsoft.com/office/drawing/2014/main" id="{F2C18784-132C-1816-83D8-371EBF2BEE50}"/>
                      </a:ext>
                    </a:extLst>
                  </p:cNvPr>
                  <p:cNvGrpSpPr/>
                  <p:nvPr/>
                </p:nvGrpSpPr>
                <p:grpSpPr>
                  <a:xfrm>
                    <a:off x="4410798" y="919970"/>
                    <a:ext cx="3790228" cy="3696094"/>
                    <a:chOff x="4410798" y="919970"/>
                    <a:chExt cx="3790228" cy="3696094"/>
                  </a:xfrm>
                </p:grpSpPr>
                <p:grpSp>
                  <p:nvGrpSpPr>
                    <p:cNvPr id="33" name="그룹 32">
                      <a:extLst>
                        <a:ext uri="{FF2B5EF4-FFF2-40B4-BE49-F238E27FC236}">
                          <a16:creationId xmlns:a16="http://schemas.microsoft.com/office/drawing/2014/main" id="{3E1A1E77-4066-8C29-4219-AC63A5A02A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0798" y="919970"/>
                      <a:ext cx="3790228" cy="3696094"/>
                      <a:chOff x="665913" y="796860"/>
                      <a:chExt cx="3790228" cy="3696094"/>
                    </a:xfrm>
                  </p:grpSpPr>
                  <p:sp>
                    <p:nvSpPr>
                      <p:cNvPr id="49" name="타원 48">
                        <a:extLst>
                          <a:ext uri="{FF2B5EF4-FFF2-40B4-BE49-F238E27FC236}">
                            <a16:creationId xmlns:a16="http://schemas.microsoft.com/office/drawing/2014/main" id="{04BC1DD9-96D9-8158-CB86-4D89E11A8E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04821" y="1725253"/>
                        <a:ext cx="2551320" cy="2767701"/>
                      </a:xfrm>
                      <a:prstGeom prst="ellipse">
                        <a:avLst/>
                      </a:prstGeom>
                      <a:solidFill>
                        <a:srgbClr val="FFC000">
                          <a:alpha val="56000"/>
                        </a:srgb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4" name="자유형: 도형 53">
                        <a:extLst>
                          <a:ext uri="{FF2B5EF4-FFF2-40B4-BE49-F238E27FC236}">
                            <a16:creationId xmlns:a16="http://schemas.microsoft.com/office/drawing/2014/main" id="{55BEEF88-A24E-042F-F870-E472E51F1C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04558" y="2860002"/>
                        <a:ext cx="351844" cy="498204"/>
                      </a:xfrm>
                      <a:custGeom>
                        <a:avLst/>
                        <a:gdLst>
                          <a:gd name="connsiteX0" fmla="*/ 290512 w 581025"/>
                          <a:gd name="connsiteY0" fmla="*/ 0 h 857251"/>
                          <a:gd name="connsiteX1" fmla="*/ 581025 w 581025"/>
                          <a:gd name="connsiteY1" fmla="*/ 290512 h 857251"/>
                          <a:gd name="connsiteX2" fmla="*/ 435769 w 581025"/>
                          <a:gd name="connsiteY2" fmla="*/ 290512 h 857251"/>
                          <a:gd name="connsiteX3" fmla="*/ 435769 w 581025"/>
                          <a:gd name="connsiteY3" fmla="*/ 501573 h 857251"/>
                          <a:gd name="connsiteX4" fmla="*/ 445422 w 581025"/>
                          <a:gd name="connsiteY4" fmla="*/ 507656 h 857251"/>
                          <a:gd name="connsiteX5" fmla="*/ 509587 w 581025"/>
                          <a:gd name="connsiteY5" fmla="*/ 652463 h 857251"/>
                          <a:gd name="connsiteX6" fmla="*/ 290512 w 581025"/>
                          <a:gd name="connsiteY6" fmla="*/ 857251 h 857251"/>
                          <a:gd name="connsiteX7" fmla="*/ 71437 w 581025"/>
                          <a:gd name="connsiteY7" fmla="*/ 652463 h 857251"/>
                          <a:gd name="connsiteX8" fmla="*/ 135603 w 581025"/>
                          <a:gd name="connsiteY8" fmla="*/ 507656 h 857251"/>
                          <a:gd name="connsiteX9" fmla="*/ 145256 w 581025"/>
                          <a:gd name="connsiteY9" fmla="*/ 501572 h 857251"/>
                          <a:gd name="connsiteX10" fmla="*/ 145256 w 581025"/>
                          <a:gd name="connsiteY10" fmla="*/ 290512 h 857251"/>
                          <a:gd name="connsiteX11" fmla="*/ 0 w 581025"/>
                          <a:gd name="connsiteY11" fmla="*/ 290512 h 8572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581025" h="857251">
                            <a:moveTo>
                              <a:pt x="290512" y="0"/>
                            </a:moveTo>
                            <a:lnTo>
                              <a:pt x="581025" y="290512"/>
                            </a:lnTo>
                            <a:lnTo>
                              <a:pt x="435769" y="290512"/>
                            </a:lnTo>
                            <a:lnTo>
                              <a:pt x="435769" y="501573"/>
                            </a:lnTo>
                            <a:lnTo>
                              <a:pt x="445422" y="507656"/>
                            </a:lnTo>
                            <a:cubicBezTo>
                              <a:pt x="485066" y="544716"/>
                              <a:pt x="509587" y="595913"/>
                              <a:pt x="509587" y="652463"/>
                            </a:cubicBezTo>
                            <a:cubicBezTo>
                              <a:pt x="509587" y="765564"/>
                              <a:pt x="411504" y="857251"/>
                              <a:pt x="290512" y="857251"/>
                            </a:cubicBezTo>
                            <a:cubicBezTo>
                              <a:pt x="169520" y="857251"/>
                              <a:pt x="71437" y="765564"/>
                              <a:pt x="71437" y="652463"/>
                            </a:cubicBezTo>
                            <a:cubicBezTo>
                              <a:pt x="71437" y="595913"/>
                              <a:pt x="95958" y="544716"/>
                              <a:pt x="135603" y="507656"/>
                            </a:cubicBezTo>
                            <a:lnTo>
                              <a:pt x="145256" y="501572"/>
                            </a:lnTo>
                            <a:lnTo>
                              <a:pt x="145256" y="290512"/>
                            </a:lnTo>
                            <a:lnTo>
                              <a:pt x="0" y="290512"/>
                            </a:lnTo>
                            <a:close/>
                          </a:path>
                        </a:pathLst>
                      </a:custGeom>
                      <a:solidFill>
                        <a:srgbClr val="00B0F0">
                          <a:alpha val="56000"/>
                        </a:srgb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55" name="자유형: 도형 54">
                        <a:extLst>
                          <a:ext uri="{FF2B5EF4-FFF2-40B4-BE49-F238E27FC236}">
                            <a16:creationId xmlns:a16="http://schemas.microsoft.com/office/drawing/2014/main" id="{B460E794-0560-847D-08F5-3C08BC158B34}"/>
                          </a:ext>
                        </a:extLst>
                      </p:cNvPr>
                      <p:cNvSpPr/>
                      <p:nvPr/>
                    </p:nvSpPr>
                    <p:spPr>
                      <a:xfrm rot="12792244">
                        <a:off x="3663930" y="1845058"/>
                        <a:ext cx="351844" cy="498204"/>
                      </a:xfrm>
                      <a:custGeom>
                        <a:avLst/>
                        <a:gdLst>
                          <a:gd name="connsiteX0" fmla="*/ 290512 w 581025"/>
                          <a:gd name="connsiteY0" fmla="*/ 0 h 857251"/>
                          <a:gd name="connsiteX1" fmla="*/ 581025 w 581025"/>
                          <a:gd name="connsiteY1" fmla="*/ 290512 h 857251"/>
                          <a:gd name="connsiteX2" fmla="*/ 435769 w 581025"/>
                          <a:gd name="connsiteY2" fmla="*/ 290512 h 857251"/>
                          <a:gd name="connsiteX3" fmla="*/ 435769 w 581025"/>
                          <a:gd name="connsiteY3" fmla="*/ 501573 h 857251"/>
                          <a:gd name="connsiteX4" fmla="*/ 445422 w 581025"/>
                          <a:gd name="connsiteY4" fmla="*/ 507656 h 857251"/>
                          <a:gd name="connsiteX5" fmla="*/ 509587 w 581025"/>
                          <a:gd name="connsiteY5" fmla="*/ 652463 h 857251"/>
                          <a:gd name="connsiteX6" fmla="*/ 290512 w 581025"/>
                          <a:gd name="connsiteY6" fmla="*/ 857251 h 857251"/>
                          <a:gd name="connsiteX7" fmla="*/ 71437 w 581025"/>
                          <a:gd name="connsiteY7" fmla="*/ 652463 h 857251"/>
                          <a:gd name="connsiteX8" fmla="*/ 135603 w 581025"/>
                          <a:gd name="connsiteY8" fmla="*/ 507656 h 857251"/>
                          <a:gd name="connsiteX9" fmla="*/ 145256 w 581025"/>
                          <a:gd name="connsiteY9" fmla="*/ 501572 h 857251"/>
                          <a:gd name="connsiteX10" fmla="*/ 145256 w 581025"/>
                          <a:gd name="connsiteY10" fmla="*/ 290512 h 857251"/>
                          <a:gd name="connsiteX11" fmla="*/ 0 w 581025"/>
                          <a:gd name="connsiteY11" fmla="*/ 290512 h 8572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581025" h="857251">
                            <a:moveTo>
                              <a:pt x="290512" y="0"/>
                            </a:moveTo>
                            <a:lnTo>
                              <a:pt x="581025" y="290512"/>
                            </a:lnTo>
                            <a:lnTo>
                              <a:pt x="435769" y="290512"/>
                            </a:lnTo>
                            <a:lnTo>
                              <a:pt x="435769" y="501573"/>
                            </a:lnTo>
                            <a:lnTo>
                              <a:pt x="445422" y="507656"/>
                            </a:lnTo>
                            <a:cubicBezTo>
                              <a:pt x="485066" y="544716"/>
                              <a:pt x="509587" y="595913"/>
                              <a:pt x="509587" y="652463"/>
                            </a:cubicBezTo>
                            <a:cubicBezTo>
                              <a:pt x="509587" y="765564"/>
                              <a:pt x="411504" y="857251"/>
                              <a:pt x="290512" y="857251"/>
                            </a:cubicBezTo>
                            <a:cubicBezTo>
                              <a:pt x="169520" y="857251"/>
                              <a:pt x="71437" y="765564"/>
                              <a:pt x="71437" y="652463"/>
                            </a:cubicBezTo>
                            <a:cubicBezTo>
                              <a:pt x="71437" y="595913"/>
                              <a:pt x="95958" y="544716"/>
                              <a:pt x="135603" y="507656"/>
                            </a:cubicBezTo>
                            <a:lnTo>
                              <a:pt x="145256" y="501572"/>
                            </a:lnTo>
                            <a:lnTo>
                              <a:pt x="145256" y="290512"/>
                            </a:lnTo>
                            <a:lnTo>
                              <a:pt x="0" y="290512"/>
                            </a:lnTo>
                            <a:close/>
                          </a:path>
                        </a:pathLst>
                      </a:custGeom>
                      <a:solidFill>
                        <a:srgbClr val="FF0000">
                          <a:alpha val="55000"/>
                        </a:srgb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56" name="직사각형 55">
                        <a:extLst>
                          <a:ext uri="{FF2B5EF4-FFF2-40B4-BE49-F238E27FC236}">
                            <a16:creationId xmlns:a16="http://schemas.microsoft.com/office/drawing/2014/main" id="{A464EFB4-745C-AE99-5529-563E54C25F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65913" y="871660"/>
                        <a:ext cx="268472" cy="96621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9" name="직사각형 58">
                        <a:extLst>
                          <a:ext uri="{FF2B5EF4-FFF2-40B4-BE49-F238E27FC236}">
                            <a16:creationId xmlns:a16="http://schemas.microsoft.com/office/drawing/2014/main" id="{D6029E98-139B-1993-C3B5-3C4EA94EF0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65913" y="1117881"/>
                        <a:ext cx="268472" cy="96621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72" name="TextBox 71">
                        <a:extLst>
                          <a:ext uri="{FF2B5EF4-FFF2-40B4-BE49-F238E27FC236}">
                            <a16:creationId xmlns:a16="http://schemas.microsoft.com/office/drawing/2014/main" id="{9050B5CB-F060-D6B5-8BE6-FE7D79BAE87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95908" y="796860"/>
                        <a:ext cx="1137691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ko-KR" altLang="en-US" sz="1000"/>
                          <a:t>플레이어 캐릭터</a:t>
                        </a:r>
                      </a:p>
                    </p:txBody>
                  </p:sp>
                  <p:sp>
                    <p:nvSpPr>
                      <p:cNvPr id="73" name="TextBox 72">
                        <a:extLst>
                          <a:ext uri="{FF2B5EF4-FFF2-40B4-BE49-F238E27FC236}">
                            <a16:creationId xmlns:a16="http://schemas.microsoft.com/office/drawing/2014/main" id="{1FB20F9D-82E2-9F84-18A3-BE0A397A137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95908" y="1043081"/>
                        <a:ext cx="1137691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ko-KR" altLang="en-US" sz="1000"/>
                          <a:t>몬스터</a:t>
                        </a:r>
                      </a:p>
                    </p:txBody>
                  </p:sp>
                  <p:sp>
                    <p:nvSpPr>
                      <p:cNvPr id="74" name="직사각형 73">
                        <a:extLst>
                          <a:ext uri="{FF2B5EF4-FFF2-40B4-BE49-F238E27FC236}">
                            <a16:creationId xmlns:a16="http://schemas.microsoft.com/office/drawing/2014/main" id="{4B70E2B0-F3AA-C41E-ABEE-BFDEDA95CC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65913" y="1400627"/>
                        <a:ext cx="268472" cy="96621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75" name="TextBox 74">
                        <a:extLst>
                          <a:ext uri="{FF2B5EF4-FFF2-40B4-BE49-F238E27FC236}">
                            <a16:creationId xmlns:a16="http://schemas.microsoft.com/office/drawing/2014/main" id="{541B4935-AF74-3C41-F4E4-3CD7F99E03C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92377" y="1311973"/>
                        <a:ext cx="1137691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1000"/>
                          <a:t>3m</a:t>
                        </a:r>
                        <a:r>
                          <a:rPr lang="ko-KR" altLang="en-US" sz="1000"/>
                          <a:t>반경</a:t>
                        </a:r>
                      </a:p>
                    </p:txBody>
                  </p:sp>
                </p:grpSp>
                <p:sp>
                  <p:nvSpPr>
                    <p:cNvPr id="35" name="자유형: 도형 34">
                      <a:extLst>
                        <a:ext uri="{FF2B5EF4-FFF2-40B4-BE49-F238E27FC236}">
                          <a16:creationId xmlns:a16="http://schemas.microsoft.com/office/drawing/2014/main" id="{82BE95AD-DF3B-7A32-2E12-E0CC92D82495}"/>
                        </a:ext>
                      </a:extLst>
                    </p:cNvPr>
                    <p:cNvSpPr/>
                    <p:nvPr/>
                  </p:nvSpPr>
                  <p:spPr>
                    <a:xfrm rot="13908897">
                      <a:off x="6847491" y="2546708"/>
                      <a:ext cx="374830" cy="467652"/>
                    </a:xfrm>
                    <a:custGeom>
                      <a:avLst/>
                      <a:gdLst>
                        <a:gd name="connsiteX0" fmla="*/ 290512 w 581025"/>
                        <a:gd name="connsiteY0" fmla="*/ 0 h 857251"/>
                        <a:gd name="connsiteX1" fmla="*/ 581025 w 581025"/>
                        <a:gd name="connsiteY1" fmla="*/ 290512 h 857251"/>
                        <a:gd name="connsiteX2" fmla="*/ 435769 w 581025"/>
                        <a:gd name="connsiteY2" fmla="*/ 290512 h 857251"/>
                        <a:gd name="connsiteX3" fmla="*/ 435769 w 581025"/>
                        <a:gd name="connsiteY3" fmla="*/ 501573 h 857251"/>
                        <a:gd name="connsiteX4" fmla="*/ 445422 w 581025"/>
                        <a:gd name="connsiteY4" fmla="*/ 507656 h 857251"/>
                        <a:gd name="connsiteX5" fmla="*/ 509587 w 581025"/>
                        <a:gd name="connsiteY5" fmla="*/ 652463 h 857251"/>
                        <a:gd name="connsiteX6" fmla="*/ 290512 w 581025"/>
                        <a:gd name="connsiteY6" fmla="*/ 857251 h 857251"/>
                        <a:gd name="connsiteX7" fmla="*/ 71437 w 581025"/>
                        <a:gd name="connsiteY7" fmla="*/ 652463 h 857251"/>
                        <a:gd name="connsiteX8" fmla="*/ 135603 w 581025"/>
                        <a:gd name="connsiteY8" fmla="*/ 507656 h 857251"/>
                        <a:gd name="connsiteX9" fmla="*/ 145256 w 581025"/>
                        <a:gd name="connsiteY9" fmla="*/ 501572 h 857251"/>
                        <a:gd name="connsiteX10" fmla="*/ 145256 w 581025"/>
                        <a:gd name="connsiteY10" fmla="*/ 290512 h 857251"/>
                        <a:gd name="connsiteX11" fmla="*/ 0 w 581025"/>
                        <a:gd name="connsiteY11" fmla="*/ 290512 h 8572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581025" h="857251">
                          <a:moveTo>
                            <a:pt x="290512" y="0"/>
                          </a:moveTo>
                          <a:lnTo>
                            <a:pt x="581025" y="290512"/>
                          </a:lnTo>
                          <a:lnTo>
                            <a:pt x="435769" y="290512"/>
                          </a:lnTo>
                          <a:lnTo>
                            <a:pt x="435769" y="501573"/>
                          </a:lnTo>
                          <a:lnTo>
                            <a:pt x="445422" y="507656"/>
                          </a:lnTo>
                          <a:cubicBezTo>
                            <a:pt x="485066" y="544716"/>
                            <a:pt x="509587" y="595913"/>
                            <a:pt x="509587" y="652463"/>
                          </a:cubicBezTo>
                          <a:cubicBezTo>
                            <a:pt x="509587" y="765564"/>
                            <a:pt x="411504" y="857251"/>
                            <a:pt x="290512" y="857251"/>
                          </a:cubicBezTo>
                          <a:cubicBezTo>
                            <a:pt x="169520" y="857251"/>
                            <a:pt x="71437" y="765564"/>
                            <a:pt x="71437" y="652463"/>
                          </a:cubicBezTo>
                          <a:cubicBezTo>
                            <a:pt x="71437" y="595913"/>
                            <a:pt x="95958" y="544716"/>
                            <a:pt x="135603" y="507656"/>
                          </a:cubicBezTo>
                          <a:lnTo>
                            <a:pt x="145256" y="501572"/>
                          </a:lnTo>
                          <a:lnTo>
                            <a:pt x="145256" y="290512"/>
                          </a:lnTo>
                          <a:lnTo>
                            <a:pt x="0" y="290512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53000"/>
                      </a:srgb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5" name="타원 44">
                      <a:extLst>
                        <a:ext uri="{FF2B5EF4-FFF2-40B4-BE49-F238E27FC236}">
                          <a16:creationId xmlns:a16="http://schemas.microsoft.com/office/drawing/2014/main" id="{9C24D861-5D80-AC5E-CD42-0387FE045F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37690" y="2077468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48" name="타원 47">
                      <a:extLst>
                        <a:ext uri="{FF2B5EF4-FFF2-40B4-BE49-F238E27FC236}">
                          <a16:creationId xmlns:a16="http://schemas.microsoft.com/office/drawing/2014/main" id="{AB54DCA5-E12C-1F27-FBDE-89C177732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09035" y="2670413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78" name="자유형: 도형 77">
                      <a:extLst>
                        <a:ext uri="{FF2B5EF4-FFF2-40B4-BE49-F238E27FC236}">
                          <a16:creationId xmlns:a16="http://schemas.microsoft.com/office/drawing/2014/main" id="{BD47A18E-6153-47E2-FD93-C3B5617CFAB5}"/>
                        </a:ext>
                      </a:extLst>
                    </p:cNvPr>
                    <p:cNvSpPr/>
                    <p:nvPr/>
                  </p:nvSpPr>
                  <p:spPr>
                    <a:xfrm rot="8024601">
                      <a:off x="6093180" y="2110234"/>
                      <a:ext cx="374830" cy="467652"/>
                    </a:xfrm>
                    <a:custGeom>
                      <a:avLst/>
                      <a:gdLst>
                        <a:gd name="connsiteX0" fmla="*/ 290512 w 581025"/>
                        <a:gd name="connsiteY0" fmla="*/ 0 h 857251"/>
                        <a:gd name="connsiteX1" fmla="*/ 581025 w 581025"/>
                        <a:gd name="connsiteY1" fmla="*/ 290512 h 857251"/>
                        <a:gd name="connsiteX2" fmla="*/ 435769 w 581025"/>
                        <a:gd name="connsiteY2" fmla="*/ 290512 h 857251"/>
                        <a:gd name="connsiteX3" fmla="*/ 435769 w 581025"/>
                        <a:gd name="connsiteY3" fmla="*/ 501573 h 857251"/>
                        <a:gd name="connsiteX4" fmla="*/ 445422 w 581025"/>
                        <a:gd name="connsiteY4" fmla="*/ 507656 h 857251"/>
                        <a:gd name="connsiteX5" fmla="*/ 509587 w 581025"/>
                        <a:gd name="connsiteY5" fmla="*/ 652463 h 857251"/>
                        <a:gd name="connsiteX6" fmla="*/ 290512 w 581025"/>
                        <a:gd name="connsiteY6" fmla="*/ 857251 h 857251"/>
                        <a:gd name="connsiteX7" fmla="*/ 71437 w 581025"/>
                        <a:gd name="connsiteY7" fmla="*/ 652463 h 857251"/>
                        <a:gd name="connsiteX8" fmla="*/ 135603 w 581025"/>
                        <a:gd name="connsiteY8" fmla="*/ 507656 h 857251"/>
                        <a:gd name="connsiteX9" fmla="*/ 145256 w 581025"/>
                        <a:gd name="connsiteY9" fmla="*/ 501572 h 857251"/>
                        <a:gd name="connsiteX10" fmla="*/ 145256 w 581025"/>
                        <a:gd name="connsiteY10" fmla="*/ 290512 h 857251"/>
                        <a:gd name="connsiteX11" fmla="*/ 0 w 581025"/>
                        <a:gd name="connsiteY11" fmla="*/ 290512 h 8572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581025" h="857251">
                          <a:moveTo>
                            <a:pt x="290512" y="0"/>
                          </a:moveTo>
                          <a:lnTo>
                            <a:pt x="581025" y="290512"/>
                          </a:lnTo>
                          <a:lnTo>
                            <a:pt x="435769" y="290512"/>
                          </a:lnTo>
                          <a:lnTo>
                            <a:pt x="435769" y="501573"/>
                          </a:lnTo>
                          <a:lnTo>
                            <a:pt x="445422" y="507656"/>
                          </a:lnTo>
                          <a:cubicBezTo>
                            <a:pt x="485066" y="544716"/>
                            <a:pt x="509587" y="595913"/>
                            <a:pt x="509587" y="652463"/>
                          </a:cubicBezTo>
                          <a:cubicBezTo>
                            <a:pt x="509587" y="765564"/>
                            <a:pt x="411504" y="857251"/>
                            <a:pt x="290512" y="857251"/>
                          </a:cubicBezTo>
                          <a:cubicBezTo>
                            <a:pt x="169520" y="857251"/>
                            <a:pt x="71437" y="765564"/>
                            <a:pt x="71437" y="652463"/>
                          </a:cubicBezTo>
                          <a:cubicBezTo>
                            <a:pt x="71437" y="595913"/>
                            <a:pt x="95958" y="544716"/>
                            <a:pt x="135603" y="507656"/>
                          </a:cubicBezTo>
                          <a:lnTo>
                            <a:pt x="145256" y="501572"/>
                          </a:lnTo>
                          <a:lnTo>
                            <a:pt x="145256" y="290512"/>
                          </a:lnTo>
                          <a:lnTo>
                            <a:pt x="0" y="290512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53000"/>
                      </a:srgb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80" name="자유형: 도형 79">
                      <a:extLst>
                        <a:ext uri="{FF2B5EF4-FFF2-40B4-BE49-F238E27FC236}">
                          <a16:creationId xmlns:a16="http://schemas.microsoft.com/office/drawing/2014/main" id="{88409121-7D43-7E3F-2CA0-23F99164C411}"/>
                        </a:ext>
                      </a:extLst>
                    </p:cNvPr>
                    <p:cNvSpPr/>
                    <p:nvPr/>
                  </p:nvSpPr>
                  <p:spPr>
                    <a:xfrm rot="11140290">
                      <a:off x="6327298" y="2508367"/>
                      <a:ext cx="351844" cy="498204"/>
                    </a:xfrm>
                    <a:custGeom>
                      <a:avLst/>
                      <a:gdLst>
                        <a:gd name="connsiteX0" fmla="*/ 290512 w 581025"/>
                        <a:gd name="connsiteY0" fmla="*/ 0 h 857251"/>
                        <a:gd name="connsiteX1" fmla="*/ 581025 w 581025"/>
                        <a:gd name="connsiteY1" fmla="*/ 290512 h 857251"/>
                        <a:gd name="connsiteX2" fmla="*/ 435769 w 581025"/>
                        <a:gd name="connsiteY2" fmla="*/ 290512 h 857251"/>
                        <a:gd name="connsiteX3" fmla="*/ 435769 w 581025"/>
                        <a:gd name="connsiteY3" fmla="*/ 501573 h 857251"/>
                        <a:gd name="connsiteX4" fmla="*/ 445422 w 581025"/>
                        <a:gd name="connsiteY4" fmla="*/ 507656 h 857251"/>
                        <a:gd name="connsiteX5" fmla="*/ 509587 w 581025"/>
                        <a:gd name="connsiteY5" fmla="*/ 652463 h 857251"/>
                        <a:gd name="connsiteX6" fmla="*/ 290512 w 581025"/>
                        <a:gd name="connsiteY6" fmla="*/ 857251 h 857251"/>
                        <a:gd name="connsiteX7" fmla="*/ 71437 w 581025"/>
                        <a:gd name="connsiteY7" fmla="*/ 652463 h 857251"/>
                        <a:gd name="connsiteX8" fmla="*/ 135603 w 581025"/>
                        <a:gd name="connsiteY8" fmla="*/ 507656 h 857251"/>
                        <a:gd name="connsiteX9" fmla="*/ 145256 w 581025"/>
                        <a:gd name="connsiteY9" fmla="*/ 501572 h 857251"/>
                        <a:gd name="connsiteX10" fmla="*/ 145256 w 581025"/>
                        <a:gd name="connsiteY10" fmla="*/ 290512 h 857251"/>
                        <a:gd name="connsiteX11" fmla="*/ 0 w 581025"/>
                        <a:gd name="connsiteY11" fmla="*/ 290512 h 8572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581025" h="857251">
                          <a:moveTo>
                            <a:pt x="290512" y="0"/>
                          </a:moveTo>
                          <a:lnTo>
                            <a:pt x="581025" y="290512"/>
                          </a:lnTo>
                          <a:lnTo>
                            <a:pt x="435769" y="290512"/>
                          </a:lnTo>
                          <a:lnTo>
                            <a:pt x="435769" y="501573"/>
                          </a:lnTo>
                          <a:lnTo>
                            <a:pt x="445422" y="507656"/>
                          </a:lnTo>
                          <a:cubicBezTo>
                            <a:pt x="485066" y="544716"/>
                            <a:pt x="509587" y="595913"/>
                            <a:pt x="509587" y="652463"/>
                          </a:cubicBezTo>
                          <a:cubicBezTo>
                            <a:pt x="509587" y="765564"/>
                            <a:pt x="411504" y="857251"/>
                            <a:pt x="290512" y="857251"/>
                          </a:cubicBezTo>
                          <a:cubicBezTo>
                            <a:pt x="169520" y="857251"/>
                            <a:pt x="71437" y="765564"/>
                            <a:pt x="71437" y="652463"/>
                          </a:cubicBezTo>
                          <a:cubicBezTo>
                            <a:pt x="71437" y="595913"/>
                            <a:pt x="95958" y="544716"/>
                            <a:pt x="135603" y="507656"/>
                          </a:cubicBezTo>
                          <a:lnTo>
                            <a:pt x="145256" y="501572"/>
                          </a:lnTo>
                          <a:lnTo>
                            <a:pt x="145256" y="290512"/>
                          </a:lnTo>
                          <a:lnTo>
                            <a:pt x="0" y="290512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53000"/>
                      </a:srgb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91" name="타원 90">
                      <a:extLst>
                        <a:ext uri="{FF2B5EF4-FFF2-40B4-BE49-F238E27FC236}">
                          <a16:creationId xmlns:a16="http://schemas.microsoft.com/office/drawing/2014/main" id="{C246D2CE-A841-E208-9841-485B46C029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70488" y="2217915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92" name="타원 91">
                      <a:extLst>
                        <a:ext uri="{FF2B5EF4-FFF2-40B4-BE49-F238E27FC236}">
                          <a16:creationId xmlns:a16="http://schemas.microsoft.com/office/drawing/2014/main" id="{6A5953B2-D42D-54CD-8251-EED661FAF8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8419" y="2597949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94" name="타원 93">
                      <a:extLst>
                        <a:ext uri="{FF2B5EF4-FFF2-40B4-BE49-F238E27FC236}">
                          <a16:creationId xmlns:a16="http://schemas.microsoft.com/office/drawing/2014/main" id="{CA7CB8FE-CD5D-CBD0-1947-C8207E3454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08040" y="3110504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96" name="타원 95">
                      <a:extLst>
                        <a:ext uri="{FF2B5EF4-FFF2-40B4-BE49-F238E27FC236}">
                          <a16:creationId xmlns:a16="http://schemas.microsoft.com/office/drawing/2014/main" id="{C2E5ADBC-2C16-A08A-1209-7E3ECACB38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30899" y="3110503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97" name="타원 96">
                      <a:extLst>
                        <a:ext uri="{FF2B5EF4-FFF2-40B4-BE49-F238E27FC236}">
                          <a16:creationId xmlns:a16="http://schemas.microsoft.com/office/drawing/2014/main" id="{97E7B8A6-4E28-9FAE-C202-9945BEA9BB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3196" y="3127906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sp>
                <p:nvSpPr>
                  <p:cNvPr id="32" name="자유형: 도형 31">
                    <a:extLst>
                      <a:ext uri="{FF2B5EF4-FFF2-40B4-BE49-F238E27FC236}">
                        <a16:creationId xmlns:a16="http://schemas.microsoft.com/office/drawing/2014/main" id="{8050D52F-A4DD-7312-F139-715871AB921D}"/>
                      </a:ext>
                    </a:extLst>
                  </p:cNvPr>
                  <p:cNvSpPr/>
                  <p:nvPr/>
                </p:nvSpPr>
                <p:spPr>
                  <a:xfrm rot="15521441">
                    <a:off x="6231456" y="2944967"/>
                    <a:ext cx="351844" cy="498204"/>
                  </a:xfrm>
                  <a:custGeom>
                    <a:avLst/>
                    <a:gdLst>
                      <a:gd name="connsiteX0" fmla="*/ 290512 w 581025"/>
                      <a:gd name="connsiteY0" fmla="*/ 0 h 857251"/>
                      <a:gd name="connsiteX1" fmla="*/ 581025 w 581025"/>
                      <a:gd name="connsiteY1" fmla="*/ 290512 h 857251"/>
                      <a:gd name="connsiteX2" fmla="*/ 435769 w 581025"/>
                      <a:gd name="connsiteY2" fmla="*/ 290512 h 857251"/>
                      <a:gd name="connsiteX3" fmla="*/ 435769 w 581025"/>
                      <a:gd name="connsiteY3" fmla="*/ 501573 h 857251"/>
                      <a:gd name="connsiteX4" fmla="*/ 445422 w 581025"/>
                      <a:gd name="connsiteY4" fmla="*/ 507656 h 857251"/>
                      <a:gd name="connsiteX5" fmla="*/ 509587 w 581025"/>
                      <a:gd name="connsiteY5" fmla="*/ 652463 h 857251"/>
                      <a:gd name="connsiteX6" fmla="*/ 290512 w 581025"/>
                      <a:gd name="connsiteY6" fmla="*/ 857251 h 857251"/>
                      <a:gd name="connsiteX7" fmla="*/ 71437 w 581025"/>
                      <a:gd name="connsiteY7" fmla="*/ 652463 h 857251"/>
                      <a:gd name="connsiteX8" fmla="*/ 135603 w 581025"/>
                      <a:gd name="connsiteY8" fmla="*/ 507656 h 857251"/>
                      <a:gd name="connsiteX9" fmla="*/ 145256 w 581025"/>
                      <a:gd name="connsiteY9" fmla="*/ 501572 h 857251"/>
                      <a:gd name="connsiteX10" fmla="*/ 145256 w 581025"/>
                      <a:gd name="connsiteY10" fmla="*/ 290512 h 857251"/>
                      <a:gd name="connsiteX11" fmla="*/ 0 w 581025"/>
                      <a:gd name="connsiteY11" fmla="*/ 290512 h 8572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581025" h="857251">
                        <a:moveTo>
                          <a:pt x="290512" y="0"/>
                        </a:moveTo>
                        <a:lnTo>
                          <a:pt x="581025" y="290512"/>
                        </a:lnTo>
                        <a:lnTo>
                          <a:pt x="435769" y="290512"/>
                        </a:lnTo>
                        <a:lnTo>
                          <a:pt x="435769" y="501573"/>
                        </a:lnTo>
                        <a:lnTo>
                          <a:pt x="445422" y="507656"/>
                        </a:lnTo>
                        <a:cubicBezTo>
                          <a:pt x="485066" y="544716"/>
                          <a:pt x="509587" y="595913"/>
                          <a:pt x="509587" y="652463"/>
                        </a:cubicBezTo>
                        <a:cubicBezTo>
                          <a:pt x="509587" y="765564"/>
                          <a:pt x="411504" y="857251"/>
                          <a:pt x="290512" y="857251"/>
                        </a:cubicBezTo>
                        <a:cubicBezTo>
                          <a:pt x="169520" y="857251"/>
                          <a:pt x="71437" y="765564"/>
                          <a:pt x="71437" y="652463"/>
                        </a:cubicBezTo>
                        <a:cubicBezTo>
                          <a:pt x="71437" y="595913"/>
                          <a:pt x="95958" y="544716"/>
                          <a:pt x="135603" y="507656"/>
                        </a:cubicBezTo>
                        <a:lnTo>
                          <a:pt x="145256" y="501572"/>
                        </a:lnTo>
                        <a:lnTo>
                          <a:pt x="145256" y="290512"/>
                        </a:lnTo>
                        <a:lnTo>
                          <a:pt x="0" y="290512"/>
                        </a:lnTo>
                        <a:close/>
                      </a:path>
                    </a:pathLst>
                  </a:cu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81" name="자유형: 도형 80">
                    <a:extLst>
                      <a:ext uri="{FF2B5EF4-FFF2-40B4-BE49-F238E27FC236}">
                        <a16:creationId xmlns:a16="http://schemas.microsoft.com/office/drawing/2014/main" id="{FB219C43-F99B-B7EC-D1C5-A0B4AB74000A}"/>
                      </a:ext>
                    </a:extLst>
                  </p:cNvPr>
                  <p:cNvSpPr/>
                  <p:nvPr/>
                </p:nvSpPr>
                <p:spPr>
                  <a:xfrm rot="14345524">
                    <a:off x="5937726" y="2819195"/>
                    <a:ext cx="351844" cy="498204"/>
                  </a:xfrm>
                  <a:custGeom>
                    <a:avLst/>
                    <a:gdLst>
                      <a:gd name="connsiteX0" fmla="*/ 290512 w 581025"/>
                      <a:gd name="connsiteY0" fmla="*/ 0 h 857251"/>
                      <a:gd name="connsiteX1" fmla="*/ 581025 w 581025"/>
                      <a:gd name="connsiteY1" fmla="*/ 290512 h 857251"/>
                      <a:gd name="connsiteX2" fmla="*/ 435769 w 581025"/>
                      <a:gd name="connsiteY2" fmla="*/ 290512 h 857251"/>
                      <a:gd name="connsiteX3" fmla="*/ 435769 w 581025"/>
                      <a:gd name="connsiteY3" fmla="*/ 501573 h 857251"/>
                      <a:gd name="connsiteX4" fmla="*/ 445422 w 581025"/>
                      <a:gd name="connsiteY4" fmla="*/ 507656 h 857251"/>
                      <a:gd name="connsiteX5" fmla="*/ 509587 w 581025"/>
                      <a:gd name="connsiteY5" fmla="*/ 652463 h 857251"/>
                      <a:gd name="connsiteX6" fmla="*/ 290512 w 581025"/>
                      <a:gd name="connsiteY6" fmla="*/ 857251 h 857251"/>
                      <a:gd name="connsiteX7" fmla="*/ 71437 w 581025"/>
                      <a:gd name="connsiteY7" fmla="*/ 652463 h 857251"/>
                      <a:gd name="connsiteX8" fmla="*/ 135603 w 581025"/>
                      <a:gd name="connsiteY8" fmla="*/ 507656 h 857251"/>
                      <a:gd name="connsiteX9" fmla="*/ 145256 w 581025"/>
                      <a:gd name="connsiteY9" fmla="*/ 501572 h 857251"/>
                      <a:gd name="connsiteX10" fmla="*/ 145256 w 581025"/>
                      <a:gd name="connsiteY10" fmla="*/ 290512 h 857251"/>
                      <a:gd name="connsiteX11" fmla="*/ 0 w 581025"/>
                      <a:gd name="connsiteY11" fmla="*/ 290512 h 8572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581025" h="857251">
                        <a:moveTo>
                          <a:pt x="290512" y="0"/>
                        </a:moveTo>
                        <a:lnTo>
                          <a:pt x="581025" y="290512"/>
                        </a:lnTo>
                        <a:lnTo>
                          <a:pt x="435769" y="290512"/>
                        </a:lnTo>
                        <a:lnTo>
                          <a:pt x="435769" y="501573"/>
                        </a:lnTo>
                        <a:lnTo>
                          <a:pt x="445422" y="507656"/>
                        </a:lnTo>
                        <a:cubicBezTo>
                          <a:pt x="485066" y="544716"/>
                          <a:pt x="509587" y="595913"/>
                          <a:pt x="509587" y="652463"/>
                        </a:cubicBezTo>
                        <a:cubicBezTo>
                          <a:pt x="509587" y="765564"/>
                          <a:pt x="411504" y="857251"/>
                          <a:pt x="290512" y="857251"/>
                        </a:cubicBezTo>
                        <a:cubicBezTo>
                          <a:pt x="169520" y="857251"/>
                          <a:pt x="71437" y="765564"/>
                          <a:pt x="71437" y="652463"/>
                        </a:cubicBezTo>
                        <a:cubicBezTo>
                          <a:pt x="71437" y="595913"/>
                          <a:pt x="95958" y="544716"/>
                          <a:pt x="135603" y="507656"/>
                        </a:cubicBezTo>
                        <a:lnTo>
                          <a:pt x="145256" y="501572"/>
                        </a:lnTo>
                        <a:lnTo>
                          <a:pt x="145256" y="290512"/>
                        </a:lnTo>
                        <a:lnTo>
                          <a:pt x="0" y="290512"/>
                        </a:lnTo>
                        <a:close/>
                      </a:path>
                    </a:pathLst>
                  </a:cu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77" name="자유형: 도형 76">
                  <a:extLst>
                    <a:ext uri="{FF2B5EF4-FFF2-40B4-BE49-F238E27FC236}">
                      <a16:creationId xmlns:a16="http://schemas.microsoft.com/office/drawing/2014/main" id="{6DD581D1-FB53-EC3D-B910-B3A962FBFD32}"/>
                    </a:ext>
                  </a:extLst>
                </p:cNvPr>
                <p:cNvSpPr/>
                <p:nvPr/>
              </p:nvSpPr>
              <p:spPr>
                <a:xfrm rot="17675643">
                  <a:off x="2956821" y="5221667"/>
                  <a:ext cx="349103" cy="464009"/>
                </a:xfrm>
                <a:custGeom>
                  <a:avLst/>
                  <a:gdLst>
                    <a:gd name="connsiteX0" fmla="*/ 290512 w 581025"/>
                    <a:gd name="connsiteY0" fmla="*/ 0 h 857251"/>
                    <a:gd name="connsiteX1" fmla="*/ 581025 w 581025"/>
                    <a:gd name="connsiteY1" fmla="*/ 290512 h 857251"/>
                    <a:gd name="connsiteX2" fmla="*/ 435769 w 581025"/>
                    <a:gd name="connsiteY2" fmla="*/ 290512 h 857251"/>
                    <a:gd name="connsiteX3" fmla="*/ 435769 w 581025"/>
                    <a:gd name="connsiteY3" fmla="*/ 501573 h 857251"/>
                    <a:gd name="connsiteX4" fmla="*/ 445422 w 581025"/>
                    <a:gd name="connsiteY4" fmla="*/ 507656 h 857251"/>
                    <a:gd name="connsiteX5" fmla="*/ 509587 w 581025"/>
                    <a:gd name="connsiteY5" fmla="*/ 652463 h 857251"/>
                    <a:gd name="connsiteX6" fmla="*/ 290512 w 581025"/>
                    <a:gd name="connsiteY6" fmla="*/ 857251 h 857251"/>
                    <a:gd name="connsiteX7" fmla="*/ 71437 w 581025"/>
                    <a:gd name="connsiteY7" fmla="*/ 652463 h 857251"/>
                    <a:gd name="connsiteX8" fmla="*/ 135603 w 581025"/>
                    <a:gd name="connsiteY8" fmla="*/ 507656 h 857251"/>
                    <a:gd name="connsiteX9" fmla="*/ 145256 w 581025"/>
                    <a:gd name="connsiteY9" fmla="*/ 501572 h 857251"/>
                    <a:gd name="connsiteX10" fmla="*/ 145256 w 581025"/>
                    <a:gd name="connsiteY10" fmla="*/ 290512 h 857251"/>
                    <a:gd name="connsiteX11" fmla="*/ 0 w 581025"/>
                    <a:gd name="connsiteY11" fmla="*/ 290512 h 8572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81025" h="857251">
                      <a:moveTo>
                        <a:pt x="290512" y="0"/>
                      </a:moveTo>
                      <a:lnTo>
                        <a:pt x="581025" y="290512"/>
                      </a:lnTo>
                      <a:lnTo>
                        <a:pt x="435769" y="290512"/>
                      </a:lnTo>
                      <a:lnTo>
                        <a:pt x="435769" y="501573"/>
                      </a:lnTo>
                      <a:lnTo>
                        <a:pt x="445422" y="507656"/>
                      </a:lnTo>
                      <a:cubicBezTo>
                        <a:pt x="485066" y="544716"/>
                        <a:pt x="509587" y="595913"/>
                        <a:pt x="509587" y="652463"/>
                      </a:cubicBezTo>
                      <a:cubicBezTo>
                        <a:pt x="509587" y="765564"/>
                        <a:pt x="411504" y="857251"/>
                        <a:pt x="290512" y="857251"/>
                      </a:cubicBezTo>
                      <a:cubicBezTo>
                        <a:pt x="169520" y="857251"/>
                        <a:pt x="71437" y="765564"/>
                        <a:pt x="71437" y="652463"/>
                      </a:cubicBezTo>
                      <a:cubicBezTo>
                        <a:pt x="71437" y="595913"/>
                        <a:pt x="95958" y="544716"/>
                        <a:pt x="135603" y="507656"/>
                      </a:cubicBezTo>
                      <a:lnTo>
                        <a:pt x="145256" y="501572"/>
                      </a:lnTo>
                      <a:lnTo>
                        <a:pt x="145256" y="290512"/>
                      </a:lnTo>
                      <a:lnTo>
                        <a:pt x="0" y="290512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98" name="타원 97">
                  <a:extLst>
                    <a:ext uri="{FF2B5EF4-FFF2-40B4-BE49-F238E27FC236}">
                      <a16:creationId xmlns:a16="http://schemas.microsoft.com/office/drawing/2014/main" id="{9F7DA4B0-D9AF-160C-1DC8-1C19D964C9B2}"/>
                    </a:ext>
                  </a:extLst>
                </p:cNvPr>
                <p:cNvSpPr/>
                <p:nvPr/>
              </p:nvSpPr>
              <p:spPr>
                <a:xfrm>
                  <a:off x="3607009" y="5163288"/>
                  <a:ext cx="45363" cy="4258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9" name="타원 98">
                  <a:extLst>
                    <a:ext uri="{FF2B5EF4-FFF2-40B4-BE49-F238E27FC236}">
                      <a16:creationId xmlns:a16="http://schemas.microsoft.com/office/drawing/2014/main" id="{80BD82F0-CEAC-0DB8-1806-5163DD60BD27}"/>
                    </a:ext>
                  </a:extLst>
                </p:cNvPr>
                <p:cNvSpPr/>
                <p:nvPr/>
              </p:nvSpPr>
              <p:spPr>
                <a:xfrm>
                  <a:off x="3917876" y="5327128"/>
                  <a:ext cx="45363" cy="4258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01" name="자유형: 도형 100">
                <a:extLst>
                  <a:ext uri="{FF2B5EF4-FFF2-40B4-BE49-F238E27FC236}">
                    <a16:creationId xmlns:a16="http://schemas.microsoft.com/office/drawing/2014/main" id="{3EAE1CE2-E34C-E9C0-7300-DEC1F8CE1B89}"/>
                  </a:ext>
                </a:extLst>
              </p:cNvPr>
              <p:cNvSpPr/>
              <p:nvPr/>
            </p:nvSpPr>
            <p:spPr>
              <a:xfrm>
                <a:off x="3930650" y="4346575"/>
                <a:ext cx="1114425" cy="1003300"/>
              </a:xfrm>
              <a:custGeom>
                <a:avLst/>
                <a:gdLst>
                  <a:gd name="connsiteX0" fmla="*/ 1114425 w 1114425"/>
                  <a:gd name="connsiteY0" fmla="*/ 0 h 1003300"/>
                  <a:gd name="connsiteX1" fmla="*/ 593725 w 1114425"/>
                  <a:gd name="connsiteY1" fmla="*/ 558800 h 1003300"/>
                  <a:gd name="connsiteX2" fmla="*/ 0 w 1114425"/>
                  <a:gd name="connsiteY2" fmla="*/ 1003300 h 1003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4425" h="1003300">
                    <a:moveTo>
                      <a:pt x="1114425" y="0"/>
                    </a:moveTo>
                    <a:cubicBezTo>
                      <a:pt x="946943" y="195791"/>
                      <a:pt x="779462" y="391583"/>
                      <a:pt x="593725" y="558800"/>
                    </a:cubicBezTo>
                    <a:cubicBezTo>
                      <a:pt x="407987" y="726017"/>
                      <a:pt x="212196" y="921808"/>
                      <a:pt x="0" y="100330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2" name="자유형: 도형 101">
                <a:extLst>
                  <a:ext uri="{FF2B5EF4-FFF2-40B4-BE49-F238E27FC236}">
                    <a16:creationId xmlns:a16="http://schemas.microsoft.com/office/drawing/2014/main" id="{D7188E5B-7F78-D0E0-BD83-3CB7EE332E03}"/>
                  </a:ext>
                </a:extLst>
              </p:cNvPr>
              <p:cNvSpPr/>
              <p:nvPr/>
            </p:nvSpPr>
            <p:spPr>
              <a:xfrm>
                <a:off x="3590925" y="4489450"/>
                <a:ext cx="320814" cy="704850"/>
              </a:xfrm>
              <a:custGeom>
                <a:avLst/>
                <a:gdLst>
                  <a:gd name="connsiteX0" fmla="*/ 0 w 320814"/>
                  <a:gd name="connsiteY0" fmla="*/ 0 h 704850"/>
                  <a:gd name="connsiteX1" fmla="*/ 320675 w 320814"/>
                  <a:gd name="connsiteY1" fmla="*/ 349250 h 704850"/>
                  <a:gd name="connsiteX2" fmla="*/ 34925 w 320814"/>
                  <a:gd name="connsiteY2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0814" h="704850">
                    <a:moveTo>
                      <a:pt x="0" y="0"/>
                    </a:moveTo>
                    <a:cubicBezTo>
                      <a:pt x="157427" y="115887"/>
                      <a:pt x="314854" y="231775"/>
                      <a:pt x="320675" y="349250"/>
                    </a:cubicBezTo>
                    <a:cubicBezTo>
                      <a:pt x="326496" y="466725"/>
                      <a:pt x="148696" y="587904"/>
                      <a:pt x="34925" y="70485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44E6ABB4-2BD5-F587-C280-79740C97AB87}"/>
                </a:ext>
              </a:extLst>
            </p:cNvPr>
            <p:cNvSpPr/>
            <p:nvPr/>
          </p:nvSpPr>
          <p:spPr>
            <a:xfrm>
              <a:off x="4298832" y="5510356"/>
              <a:ext cx="45363" cy="425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EA7277D0-5488-B526-0045-982FEF0E326F}"/>
                </a:ext>
              </a:extLst>
            </p:cNvPr>
            <p:cNvSpPr/>
            <p:nvPr/>
          </p:nvSpPr>
          <p:spPr>
            <a:xfrm>
              <a:off x="3224353" y="5485818"/>
              <a:ext cx="45363" cy="425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9EE2D84B-846F-9368-9BCF-FA6E2F8B52FC}"/>
                </a:ext>
              </a:extLst>
            </p:cNvPr>
            <p:cNvCxnSpPr>
              <a:cxnSpLocks/>
              <a:stCxn id="105" idx="6"/>
              <a:endCxn id="106" idx="1"/>
            </p:cNvCxnSpPr>
            <p:nvPr/>
          </p:nvCxnSpPr>
          <p:spPr>
            <a:xfrm flipH="1" flipV="1">
              <a:off x="3230996" y="5492054"/>
              <a:ext cx="1113199" cy="3959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77D7091-680B-2BE2-03BE-C090E27E383D}"/>
                </a:ext>
              </a:extLst>
            </p:cNvPr>
            <p:cNvSpPr txBox="1"/>
            <p:nvPr/>
          </p:nvSpPr>
          <p:spPr>
            <a:xfrm>
              <a:off x="3702917" y="3387903"/>
              <a:ext cx="12918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0"/>
              <a:r>
                <a:rPr lang="ko-KR" altLang="en-US" sz="1000"/>
                <a:t>플레이어를 추적하며 이동</a:t>
              </a: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1430F5DA-F236-69F7-A893-5BEC743FC162}"/>
              </a:ext>
            </a:extLst>
          </p:cNvPr>
          <p:cNvGrpSpPr/>
          <p:nvPr/>
        </p:nvGrpSpPr>
        <p:grpSpPr>
          <a:xfrm>
            <a:off x="6413942" y="3214969"/>
            <a:ext cx="3950132" cy="3484989"/>
            <a:chOff x="6413942" y="3214969"/>
            <a:chExt cx="3950132" cy="3484989"/>
          </a:xfrm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4D353C34-D66F-E26E-56EC-1EBC5395EE1E}"/>
                </a:ext>
              </a:extLst>
            </p:cNvPr>
            <p:cNvSpPr/>
            <p:nvPr/>
          </p:nvSpPr>
          <p:spPr>
            <a:xfrm>
              <a:off x="6458642" y="4122221"/>
              <a:ext cx="2531444" cy="2577737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8B83F985-1B17-CB70-8A6F-A9D02580E9AC}"/>
                </a:ext>
              </a:extLst>
            </p:cNvPr>
            <p:cNvSpPr/>
            <p:nvPr/>
          </p:nvSpPr>
          <p:spPr>
            <a:xfrm>
              <a:off x="6413942" y="3284635"/>
              <a:ext cx="266381" cy="89989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8ECA311B-56BC-1483-DAF7-DD35C3E729C3}"/>
                </a:ext>
              </a:extLst>
            </p:cNvPr>
            <p:cNvSpPr/>
            <p:nvPr/>
          </p:nvSpPr>
          <p:spPr>
            <a:xfrm>
              <a:off x="6413942" y="3513956"/>
              <a:ext cx="266381" cy="899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B671579C-6AF1-EDFC-445D-C4955F25398F}"/>
                </a:ext>
              </a:extLst>
            </p:cNvPr>
            <p:cNvSpPr txBox="1"/>
            <p:nvPr/>
          </p:nvSpPr>
          <p:spPr>
            <a:xfrm>
              <a:off x="6741366" y="3214969"/>
              <a:ext cx="1128828" cy="22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/>
                <a:t>플레이어 캐릭터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E6ED223-C94F-2147-6F19-4EB0C4E71716}"/>
                </a:ext>
              </a:extLst>
            </p:cNvPr>
            <p:cNvSpPr txBox="1"/>
            <p:nvPr/>
          </p:nvSpPr>
          <p:spPr>
            <a:xfrm>
              <a:off x="6741366" y="3444290"/>
              <a:ext cx="1128828" cy="22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/>
                <a:t>몬스터</a:t>
              </a: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81E2F8ED-8D3F-173C-AB61-6DEA4990D07A}"/>
                </a:ext>
              </a:extLst>
            </p:cNvPr>
            <p:cNvSpPr/>
            <p:nvPr/>
          </p:nvSpPr>
          <p:spPr>
            <a:xfrm>
              <a:off x="6413942" y="3777295"/>
              <a:ext cx="266381" cy="8998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1FBAED8-8E98-3088-4DC9-A73F6AB49F1C}"/>
                </a:ext>
              </a:extLst>
            </p:cNvPr>
            <p:cNvSpPr txBox="1"/>
            <p:nvPr/>
          </p:nvSpPr>
          <p:spPr>
            <a:xfrm>
              <a:off x="6737863" y="3694726"/>
              <a:ext cx="1128828" cy="22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/>
                <a:t>3m</a:t>
              </a:r>
              <a:r>
                <a:rPr lang="ko-KR" altLang="en-US" sz="1000"/>
                <a:t>반경</a:t>
              </a:r>
            </a:p>
          </p:txBody>
        </p:sp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505DB719-FF39-3B93-F078-86DCBF16C705}"/>
                </a:ext>
              </a:extLst>
            </p:cNvPr>
            <p:cNvSpPr/>
            <p:nvPr/>
          </p:nvSpPr>
          <p:spPr>
            <a:xfrm>
              <a:off x="8494846" y="5255152"/>
              <a:ext cx="45363" cy="425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2805EA46-54E1-CD56-2F7A-2DEB280C9C4B}"/>
                </a:ext>
              </a:extLst>
            </p:cNvPr>
            <p:cNvSpPr/>
            <p:nvPr/>
          </p:nvSpPr>
          <p:spPr>
            <a:xfrm>
              <a:off x="8517527" y="5255151"/>
              <a:ext cx="45363" cy="425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589B843A-FF0E-7C83-E264-6C06DB8496A8}"/>
                </a:ext>
              </a:extLst>
            </p:cNvPr>
            <p:cNvSpPr/>
            <p:nvPr/>
          </p:nvSpPr>
          <p:spPr>
            <a:xfrm>
              <a:off x="8549572" y="5271360"/>
              <a:ext cx="45363" cy="425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자유형: 도형 127">
              <a:extLst>
                <a:ext uri="{FF2B5EF4-FFF2-40B4-BE49-F238E27FC236}">
                  <a16:creationId xmlns:a16="http://schemas.microsoft.com/office/drawing/2014/main" id="{549028A4-6BE8-472E-CC3A-A41AFCA8C4B5}"/>
                </a:ext>
              </a:extLst>
            </p:cNvPr>
            <p:cNvSpPr/>
            <p:nvPr/>
          </p:nvSpPr>
          <p:spPr>
            <a:xfrm rot="15521441">
              <a:off x="8231121" y="5085820"/>
              <a:ext cx="327695" cy="494323"/>
            </a:xfrm>
            <a:custGeom>
              <a:avLst/>
              <a:gdLst>
                <a:gd name="connsiteX0" fmla="*/ 290512 w 581025"/>
                <a:gd name="connsiteY0" fmla="*/ 0 h 857251"/>
                <a:gd name="connsiteX1" fmla="*/ 581025 w 581025"/>
                <a:gd name="connsiteY1" fmla="*/ 290512 h 857251"/>
                <a:gd name="connsiteX2" fmla="*/ 435769 w 581025"/>
                <a:gd name="connsiteY2" fmla="*/ 290512 h 857251"/>
                <a:gd name="connsiteX3" fmla="*/ 435769 w 581025"/>
                <a:gd name="connsiteY3" fmla="*/ 501573 h 857251"/>
                <a:gd name="connsiteX4" fmla="*/ 445422 w 581025"/>
                <a:gd name="connsiteY4" fmla="*/ 507656 h 857251"/>
                <a:gd name="connsiteX5" fmla="*/ 509587 w 581025"/>
                <a:gd name="connsiteY5" fmla="*/ 652463 h 857251"/>
                <a:gd name="connsiteX6" fmla="*/ 290512 w 581025"/>
                <a:gd name="connsiteY6" fmla="*/ 857251 h 857251"/>
                <a:gd name="connsiteX7" fmla="*/ 71437 w 581025"/>
                <a:gd name="connsiteY7" fmla="*/ 652463 h 857251"/>
                <a:gd name="connsiteX8" fmla="*/ 135603 w 581025"/>
                <a:gd name="connsiteY8" fmla="*/ 507656 h 857251"/>
                <a:gd name="connsiteX9" fmla="*/ 145256 w 581025"/>
                <a:gd name="connsiteY9" fmla="*/ 501572 h 857251"/>
                <a:gd name="connsiteX10" fmla="*/ 145256 w 581025"/>
                <a:gd name="connsiteY10" fmla="*/ 290512 h 857251"/>
                <a:gd name="connsiteX11" fmla="*/ 0 w 581025"/>
                <a:gd name="connsiteY11" fmla="*/ 290512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1025" h="857251">
                  <a:moveTo>
                    <a:pt x="290512" y="0"/>
                  </a:moveTo>
                  <a:lnTo>
                    <a:pt x="581025" y="290512"/>
                  </a:lnTo>
                  <a:lnTo>
                    <a:pt x="435769" y="290512"/>
                  </a:lnTo>
                  <a:lnTo>
                    <a:pt x="435769" y="501573"/>
                  </a:lnTo>
                  <a:lnTo>
                    <a:pt x="445422" y="507656"/>
                  </a:lnTo>
                  <a:cubicBezTo>
                    <a:pt x="485066" y="544716"/>
                    <a:pt x="509587" y="595913"/>
                    <a:pt x="509587" y="652463"/>
                  </a:cubicBezTo>
                  <a:cubicBezTo>
                    <a:pt x="509587" y="765564"/>
                    <a:pt x="411504" y="857251"/>
                    <a:pt x="290512" y="857251"/>
                  </a:cubicBezTo>
                  <a:cubicBezTo>
                    <a:pt x="169520" y="857251"/>
                    <a:pt x="71437" y="765564"/>
                    <a:pt x="71437" y="652463"/>
                  </a:cubicBezTo>
                  <a:cubicBezTo>
                    <a:pt x="71437" y="595913"/>
                    <a:pt x="95958" y="544716"/>
                    <a:pt x="135603" y="507656"/>
                  </a:cubicBezTo>
                  <a:lnTo>
                    <a:pt x="145256" y="501572"/>
                  </a:lnTo>
                  <a:lnTo>
                    <a:pt x="145256" y="290512"/>
                  </a:lnTo>
                  <a:lnTo>
                    <a:pt x="0" y="290512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129" name="자유형: 도형 128">
              <a:extLst>
                <a:ext uri="{FF2B5EF4-FFF2-40B4-BE49-F238E27FC236}">
                  <a16:creationId xmlns:a16="http://schemas.microsoft.com/office/drawing/2014/main" id="{9786A0CD-FEAA-0001-D955-0CB35B5E7D30}"/>
                </a:ext>
              </a:extLst>
            </p:cNvPr>
            <p:cNvSpPr/>
            <p:nvPr/>
          </p:nvSpPr>
          <p:spPr>
            <a:xfrm rot="14345524">
              <a:off x="7939679" y="4968681"/>
              <a:ext cx="327695" cy="494323"/>
            </a:xfrm>
            <a:custGeom>
              <a:avLst/>
              <a:gdLst>
                <a:gd name="connsiteX0" fmla="*/ 290512 w 581025"/>
                <a:gd name="connsiteY0" fmla="*/ 0 h 857251"/>
                <a:gd name="connsiteX1" fmla="*/ 581025 w 581025"/>
                <a:gd name="connsiteY1" fmla="*/ 290512 h 857251"/>
                <a:gd name="connsiteX2" fmla="*/ 435769 w 581025"/>
                <a:gd name="connsiteY2" fmla="*/ 290512 h 857251"/>
                <a:gd name="connsiteX3" fmla="*/ 435769 w 581025"/>
                <a:gd name="connsiteY3" fmla="*/ 501573 h 857251"/>
                <a:gd name="connsiteX4" fmla="*/ 445422 w 581025"/>
                <a:gd name="connsiteY4" fmla="*/ 507656 h 857251"/>
                <a:gd name="connsiteX5" fmla="*/ 509587 w 581025"/>
                <a:gd name="connsiteY5" fmla="*/ 652463 h 857251"/>
                <a:gd name="connsiteX6" fmla="*/ 290512 w 581025"/>
                <a:gd name="connsiteY6" fmla="*/ 857251 h 857251"/>
                <a:gd name="connsiteX7" fmla="*/ 71437 w 581025"/>
                <a:gd name="connsiteY7" fmla="*/ 652463 h 857251"/>
                <a:gd name="connsiteX8" fmla="*/ 135603 w 581025"/>
                <a:gd name="connsiteY8" fmla="*/ 507656 h 857251"/>
                <a:gd name="connsiteX9" fmla="*/ 145256 w 581025"/>
                <a:gd name="connsiteY9" fmla="*/ 501572 h 857251"/>
                <a:gd name="connsiteX10" fmla="*/ 145256 w 581025"/>
                <a:gd name="connsiteY10" fmla="*/ 290512 h 857251"/>
                <a:gd name="connsiteX11" fmla="*/ 0 w 581025"/>
                <a:gd name="connsiteY11" fmla="*/ 290512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1025" h="857251">
                  <a:moveTo>
                    <a:pt x="290512" y="0"/>
                  </a:moveTo>
                  <a:lnTo>
                    <a:pt x="581025" y="290512"/>
                  </a:lnTo>
                  <a:lnTo>
                    <a:pt x="435769" y="290512"/>
                  </a:lnTo>
                  <a:lnTo>
                    <a:pt x="435769" y="501573"/>
                  </a:lnTo>
                  <a:lnTo>
                    <a:pt x="445422" y="507656"/>
                  </a:lnTo>
                  <a:cubicBezTo>
                    <a:pt x="485066" y="544716"/>
                    <a:pt x="509587" y="595913"/>
                    <a:pt x="509587" y="652463"/>
                  </a:cubicBezTo>
                  <a:cubicBezTo>
                    <a:pt x="509587" y="765564"/>
                    <a:pt x="411504" y="857251"/>
                    <a:pt x="290512" y="857251"/>
                  </a:cubicBezTo>
                  <a:cubicBezTo>
                    <a:pt x="169520" y="857251"/>
                    <a:pt x="71437" y="765564"/>
                    <a:pt x="71437" y="652463"/>
                  </a:cubicBezTo>
                  <a:cubicBezTo>
                    <a:pt x="71437" y="595913"/>
                    <a:pt x="95958" y="544716"/>
                    <a:pt x="135603" y="507656"/>
                  </a:cubicBezTo>
                  <a:lnTo>
                    <a:pt x="145256" y="501572"/>
                  </a:lnTo>
                  <a:lnTo>
                    <a:pt x="145256" y="290512"/>
                  </a:lnTo>
                  <a:lnTo>
                    <a:pt x="0" y="290512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124" name="자유형: 도형 123">
              <a:extLst>
                <a:ext uri="{FF2B5EF4-FFF2-40B4-BE49-F238E27FC236}">
                  <a16:creationId xmlns:a16="http://schemas.microsoft.com/office/drawing/2014/main" id="{09AE264F-DC63-9692-A6F7-8177A995DBA8}"/>
                </a:ext>
              </a:extLst>
            </p:cNvPr>
            <p:cNvSpPr/>
            <p:nvPr/>
          </p:nvSpPr>
          <p:spPr>
            <a:xfrm rot="17675643">
              <a:off x="7549812" y="5179085"/>
              <a:ext cx="349103" cy="464009"/>
            </a:xfrm>
            <a:custGeom>
              <a:avLst/>
              <a:gdLst>
                <a:gd name="connsiteX0" fmla="*/ 290512 w 581025"/>
                <a:gd name="connsiteY0" fmla="*/ 0 h 857251"/>
                <a:gd name="connsiteX1" fmla="*/ 581025 w 581025"/>
                <a:gd name="connsiteY1" fmla="*/ 290512 h 857251"/>
                <a:gd name="connsiteX2" fmla="*/ 435769 w 581025"/>
                <a:gd name="connsiteY2" fmla="*/ 290512 h 857251"/>
                <a:gd name="connsiteX3" fmla="*/ 435769 w 581025"/>
                <a:gd name="connsiteY3" fmla="*/ 501573 h 857251"/>
                <a:gd name="connsiteX4" fmla="*/ 445422 w 581025"/>
                <a:gd name="connsiteY4" fmla="*/ 507656 h 857251"/>
                <a:gd name="connsiteX5" fmla="*/ 509587 w 581025"/>
                <a:gd name="connsiteY5" fmla="*/ 652463 h 857251"/>
                <a:gd name="connsiteX6" fmla="*/ 290512 w 581025"/>
                <a:gd name="connsiteY6" fmla="*/ 857251 h 857251"/>
                <a:gd name="connsiteX7" fmla="*/ 71437 w 581025"/>
                <a:gd name="connsiteY7" fmla="*/ 652463 h 857251"/>
                <a:gd name="connsiteX8" fmla="*/ 135603 w 581025"/>
                <a:gd name="connsiteY8" fmla="*/ 507656 h 857251"/>
                <a:gd name="connsiteX9" fmla="*/ 145256 w 581025"/>
                <a:gd name="connsiteY9" fmla="*/ 501572 h 857251"/>
                <a:gd name="connsiteX10" fmla="*/ 145256 w 581025"/>
                <a:gd name="connsiteY10" fmla="*/ 290512 h 857251"/>
                <a:gd name="connsiteX11" fmla="*/ 0 w 581025"/>
                <a:gd name="connsiteY11" fmla="*/ 290512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1025" h="857251">
                  <a:moveTo>
                    <a:pt x="290512" y="0"/>
                  </a:moveTo>
                  <a:lnTo>
                    <a:pt x="581025" y="290512"/>
                  </a:lnTo>
                  <a:lnTo>
                    <a:pt x="435769" y="290512"/>
                  </a:lnTo>
                  <a:lnTo>
                    <a:pt x="435769" y="501573"/>
                  </a:lnTo>
                  <a:lnTo>
                    <a:pt x="445422" y="507656"/>
                  </a:lnTo>
                  <a:cubicBezTo>
                    <a:pt x="485066" y="544716"/>
                    <a:pt x="509587" y="595913"/>
                    <a:pt x="509587" y="652463"/>
                  </a:cubicBezTo>
                  <a:cubicBezTo>
                    <a:pt x="509587" y="765564"/>
                    <a:pt x="411504" y="857251"/>
                    <a:pt x="290512" y="857251"/>
                  </a:cubicBezTo>
                  <a:cubicBezTo>
                    <a:pt x="169520" y="857251"/>
                    <a:pt x="71437" y="765564"/>
                    <a:pt x="71437" y="652463"/>
                  </a:cubicBezTo>
                  <a:cubicBezTo>
                    <a:pt x="71437" y="595913"/>
                    <a:pt x="95958" y="544716"/>
                    <a:pt x="135603" y="507656"/>
                  </a:cubicBezTo>
                  <a:lnTo>
                    <a:pt x="145256" y="501572"/>
                  </a:lnTo>
                  <a:lnTo>
                    <a:pt x="145256" y="290512"/>
                  </a:lnTo>
                  <a:lnTo>
                    <a:pt x="0" y="290512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13177559-AE16-41A3-34F6-1FEA703B75B8}"/>
                </a:ext>
              </a:extLst>
            </p:cNvPr>
            <p:cNvSpPr/>
            <p:nvPr/>
          </p:nvSpPr>
          <p:spPr>
            <a:xfrm>
              <a:off x="8200000" y="5120706"/>
              <a:ext cx="45363" cy="425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37F04CD3-B0DA-3CB6-5C15-108E86E30397}"/>
                </a:ext>
              </a:extLst>
            </p:cNvPr>
            <p:cNvSpPr/>
            <p:nvPr/>
          </p:nvSpPr>
          <p:spPr>
            <a:xfrm>
              <a:off x="8510867" y="5284546"/>
              <a:ext cx="45363" cy="425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D7CB2508-00C5-1482-C0BC-F770FBE0E375}"/>
                </a:ext>
              </a:extLst>
            </p:cNvPr>
            <p:cNvSpPr/>
            <p:nvPr/>
          </p:nvSpPr>
          <p:spPr>
            <a:xfrm>
              <a:off x="7817344" y="5443236"/>
              <a:ext cx="45363" cy="425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7490D530-22BB-2936-679C-784E5D5C9AE3}"/>
                </a:ext>
              </a:extLst>
            </p:cNvPr>
            <p:cNvSpPr txBox="1"/>
            <p:nvPr/>
          </p:nvSpPr>
          <p:spPr>
            <a:xfrm>
              <a:off x="8924325" y="5475317"/>
              <a:ext cx="143974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0"/>
              <a:r>
                <a:rPr lang="ko-KR" altLang="en-US" sz="1000"/>
                <a:t>플레이어에게 공격이 안 닿아도 시간이 되면 공격 실행</a:t>
              </a:r>
            </a:p>
          </p:txBody>
        </p:sp>
        <p:sp>
          <p:nvSpPr>
            <p:cNvPr id="150" name="자유형: 도형 149">
              <a:extLst>
                <a:ext uri="{FF2B5EF4-FFF2-40B4-BE49-F238E27FC236}">
                  <a16:creationId xmlns:a16="http://schemas.microsoft.com/office/drawing/2014/main" id="{86D1DE9A-911A-63F8-8351-79EC113A765C}"/>
                </a:ext>
              </a:extLst>
            </p:cNvPr>
            <p:cNvSpPr/>
            <p:nvPr/>
          </p:nvSpPr>
          <p:spPr>
            <a:xfrm>
              <a:off x="8434388" y="5395913"/>
              <a:ext cx="592451" cy="372760"/>
            </a:xfrm>
            <a:custGeom>
              <a:avLst/>
              <a:gdLst>
                <a:gd name="connsiteX0" fmla="*/ 0 w 333375"/>
                <a:gd name="connsiteY0" fmla="*/ 0 h 372760"/>
                <a:gd name="connsiteX1" fmla="*/ 90487 w 333375"/>
                <a:gd name="connsiteY1" fmla="*/ 342900 h 372760"/>
                <a:gd name="connsiteX2" fmla="*/ 333375 w 333375"/>
                <a:gd name="connsiteY2" fmla="*/ 357187 h 372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375" h="372760">
                  <a:moveTo>
                    <a:pt x="0" y="0"/>
                  </a:moveTo>
                  <a:cubicBezTo>
                    <a:pt x="17462" y="141684"/>
                    <a:pt x="34925" y="283369"/>
                    <a:pt x="90487" y="342900"/>
                  </a:cubicBezTo>
                  <a:cubicBezTo>
                    <a:pt x="146049" y="402431"/>
                    <a:pt x="242888" y="354012"/>
                    <a:pt x="333375" y="35718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5127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C000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81</Words>
  <Application>Microsoft Office PowerPoint</Application>
  <PresentationFormat>와이드스크린</PresentationFormat>
  <Paragraphs>36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6</cp:revision>
  <dcterms:created xsi:type="dcterms:W3CDTF">2026-01-18T06:31:36Z</dcterms:created>
  <dcterms:modified xsi:type="dcterms:W3CDTF">2026-02-21T06:38:30Z</dcterms:modified>
</cp:coreProperties>
</file>