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13D2C2-513A-6C9A-C9E3-1E42978A3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ED16D9-216A-B19F-63DD-E6CB07F85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15B0A-EAA2-539F-CEC3-E48E2B2C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CBA7E0-6077-2B34-B0F5-E506252E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B978AF-2C0E-A8B4-9989-3162B53F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71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D2AF7-7173-CC65-68C2-478BC6769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107FB1-A037-558C-3CF4-9658742D4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A475FB-9327-325C-DAD7-6509310AE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0E879-9C13-11E3-F5ED-D4DDAD3BA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483F7D-1501-62C6-1F76-1239C1C7F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70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74474-D1D2-6F26-23F1-EDD163EDA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4D77A5-542D-7ADE-484E-8D6917DAC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81AE1-1E57-B0E0-417F-AC956C47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3672EF-9A0D-B4A3-5CF9-E50D7D589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E0C7A6-DFD5-3F55-848F-F8BF031F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78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0E6C2-C576-D268-260E-19EDD327E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77CBD0-9B11-C3A8-FE20-D42066477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D97E75-7D1F-0001-CDD6-2B57A3B83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61FD6-465F-4E10-4FBF-EB3F83BD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4DC557-50D7-5AC6-BF35-15FCCF7E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AD4BE5-6F26-F96A-03B0-658C127E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79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C7408-368F-A45B-6AE3-6B066E1F6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F1821F-DA21-07C1-3CC4-F9EBABF34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BD2BF4-35D9-E32A-2DC2-C929853AB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66D150-EB9D-1442-FC75-7B94A6E65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A8793B-6AA3-3DBC-6D9E-9ECCAF041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A5B0053-2966-6E53-5BDB-AE60A728F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F5CC32-37F9-230E-7127-D919B59F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B49589-0856-578C-0D54-34FBA883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24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82212-D25A-32D9-0854-68A67082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56CFF1-D2C7-6145-8F20-9B245CD6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C46780-5913-E875-A184-D35977F3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6CE242-AD79-57F7-48B6-CD47A047D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9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FCAE18-0FF8-F921-34D3-681E79608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105CAF-BF8C-582F-96A3-2585FF06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A6894C-EC3E-04B4-561E-1002B4CC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26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14571-E9B6-3467-21AB-6B03F5462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2AD356-EB61-C893-4382-1E3CBAFF7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8F5DA3-4F61-17AF-701C-D18E80AE8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FD046D-94A3-BD50-A293-D13FC747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F024AA-BDAE-5CB9-6BD3-DEFCB737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6E183A-28D7-7146-1793-7E1E606F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81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CE080-8FD7-57DC-29E3-250A555D9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BFD7CA-9717-53F2-7289-8A1DC5246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FDC5DE-9F24-1E37-775E-84AA77570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FAF07F-D34D-AD1E-2967-E46AC5261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16D8D6-4A47-31F4-50CD-128954AD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5A3B7D-7CE6-532F-3B8D-F6158654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80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97351D-B84D-90D3-609C-2D15C9622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DAF961-6B7D-D131-2DA7-93CAC100F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8E6A1F-F8D0-FA9D-D37D-520ED391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AD6EDF-A260-1BBD-990E-FF360BE9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236F2-B878-2C78-2B47-81CBF97A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23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8E2FC2E-6CCA-803C-6FEA-D986EAF8B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F8CB12-FF20-FDBD-8136-C973079D4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236DE6-9F6C-350D-AAD3-A4F11402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B07BE-9E45-1F5A-C10C-84E1D174F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2F26C-5454-8D82-B4B1-CD99024E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38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9258AD-138A-F232-9172-728C792FD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F2224D-1DF7-2F28-E44C-EBF45F4A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4D2D20-6409-2F2F-191A-789E5EB61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560DD-9FDD-48C9-B08D-D489DF05689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F676B-03CE-6277-5118-A92FA0F50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AB1147-AE49-DD4C-4835-31C788715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F5F93-FCB8-4BF1-9C5A-A104FFB371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47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353447D2-466A-2B18-4632-A9CF831EA480}"/>
              </a:ext>
            </a:extLst>
          </p:cNvPr>
          <p:cNvSpPr/>
          <p:nvPr/>
        </p:nvSpPr>
        <p:spPr>
          <a:xfrm>
            <a:off x="5481781" y="3001818"/>
            <a:ext cx="1228437" cy="120072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E071847-C122-EB22-7FA3-EACE5D47D8F0}"/>
              </a:ext>
            </a:extLst>
          </p:cNvPr>
          <p:cNvSpPr/>
          <p:nvPr/>
        </p:nvSpPr>
        <p:spPr>
          <a:xfrm>
            <a:off x="3306617" y="1935018"/>
            <a:ext cx="1228437" cy="120072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E5C8CD3-C8EF-EFB1-B6A8-894DE9874AB5}"/>
              </a:ext>
            </a:extLst>
          </p:cNvPr>
          <p:cNvSpPr/>
          <p:nvPr/>
        </p:nvSpPr>
        <p:spPr>
          <a:xfrm>
            <a:off x="7869381" y="2401454"/>
            <a:ext cx="1228437" cy="120072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0A2C832-D426-4438-1BCD-FB432CDE1D15}"/>
              </a:ext>
            </a:extLst>
          </p:cNvPr>
          <p:cNvSpPr/>
          <p:nvPr/>
        </p:nvSpPr>
        <p:spPr>
          <a:xfrm>
            <a:off x="4756727" y="4890653"/>
            <a:ext cx="1228437" cy="120072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18827D-7B53-AF93-B488-E80031A5A22E}"/>
              </a:ext>
            </a:extLst>
          </p:cNvPr>
          <p:cNvSpPr/>
          <p:nvPr/>
        </p:nvSpPr>
        <p:spPr>
          <a:xfrm>
            <a:off x="7255162" y="4576618"/>
            <a:ext cx="1228437" cy="120072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B28C692-BAA9-3E02-7338-9DEA3F05CE99}"/>
              </a:ext>
            </a:extLst>
          </p:cNvPr>
          <p:cNvSpPr/>
          <p:nvPr/>
        </p:nvSpPr>
        <p:spPr>
          <a:xfrm>
            <a:off x="9587345" y="937491"/>
            <a:ext cx="1228437" cy="120072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17DC1C7-E9BB-42A2-DAA4-C10C64BBB2FC}"/>
              </a:ext>
            </a:extLst>
          </p:cNvPr>
          <p:cNvSpPr/>
          <p:nvPr/>
        </p:nvSpPr>
        <p:spPr>
          <a:xfrm>
            <a:off x="10256981" y="3519054"/>
            <a:ext cx="1228437" cy="120072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7286ABD-8944-FED8-7D65-2453D1E13CBB}"/>
              </a:ext>
            </a:extLst>
          </p:cNvPr>
          <p:cNvSpPr/>
          <p:nvPr/>
        </p:nvSpPr>
        <p:spPr>
          <a:xfrm>
            <a:off x="932872" y="937491"/>
            <a:ext cx="1228437" cy="120072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3194AD6-F14F-70CE-2323-A19C70024743}"/>
              </a:ext>
            </a:extLst>
          </p:cNvPr>
          <p:cNvSpPr/>
          <p:nvPr/>
        </p:nvSpPr>
        <p:spPr>
          <a:xfrm>
            <a:off x="2893291" y="3893127"/>
            <a:ext cx="1228437" cy="120072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15D19BA-17C8-1ED8-3742-0C9E64D31C0E}"/>
              </a:ext>
            </a:extLst>
          </p:cNvPr>
          <p:cNvCxnSpPr>
            <a:stCxn id="4" idx="5"/>
            <a:endCxn id="8" idx="1"/>
          </p:cNvCxnSpPr>
          <p:nvPr/>
        </p:nvCxnSpPr>
        <p:spPr>
          <a:xfrm>
            <a:off x="6530318" y="4026703"/>
            <a:ext cx="904744" cy="725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978357F-5680-F7F6-BD14-5E8685AE0F47}"/>
              </a:ext>
            </a:extLst>
          </p:cNvPr>
          <p:cNvCxnSpPr>
            <a:cxnSpLocks/>
            <a:stCxn id="4" idx="4"/>
            <a:endCxn id="7" idx="7"/>
          </p:cNvCxnSpPr>
          <p:nvPr/>
        </p:nvCxnSpPr>
        <p:spPr>
          <a:xfrm flipH="1">
            <a:off x="5805264" y="4202546"/>
            <a:ext cx="290736" cy="8639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4B9FE96-DE79-F57E-5E4D-1B20C22C43E3}"/>
              </a:ext>
            </a:extLst>
          </p:cNvPr>
          <p:cNvCxnSpPr>
            <a:cxnSpLocks/>
            <a:stCxn id="4" idx="1"/>
            <a:endCxn id="5" idx="5"/>
          </p:cNvCxnSpPr>
          <p:nvPr/>
        </p:nvCxnSpPr>
        <p:spPr>
          <a:xfrm flipH="1" flipV="1">
            <a:off x="4355154" y="2959903"/>
            <a:ext cx="1306527" cy="217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70C090B-AAC3-6AAB-01E2-1EF10B2BACB4}"/>
              </a:ext>
            </a:extLst>
          </p:cNvPr>
          <p:cNvCxnSpPr>
            <a:cxnSpLocks/>
            <a:stCxn id="6" idx="3"/>
            <a:endCxn id="4" idx="6"/>
          </p:cNvCxnSpPr>
          <p:nvPr/>
        </p:nvCxnSpPr>
        <p:spPr>
          <a:xfrm flipH="1">
            <a:off x="6710218" y="3426339"/>
            <a:ext cx="1339063" cy="1758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FE11AE0-CBC9-68F9-DB21-E3EF37C74059}"/>
              </a:ext>
            </a:extLst>
          </p:cNvPr>
          <p:cNvCxnSpPr>
            <a:cxnSpLocks/>
            <a:stCxn id="10" idx="1"/>
            <a:endCxn id="6" idx="6"/>
          </p:cNvCxnSpPr>
          <p:nvPr/>
        </p:nvCxnSpPr>
        <p:spPr>
          <a:xfrm flipH="1" flipV="1">
            <a:off x="9097818" y="3001818"/>
            <a:ext cx="1339063" cy="693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F0F2693-D908-87DD-5562-44CD20823254}"/>
              </a:ext>
            </a:extLst>
          </p:cNvPr>
          <p:cNvCxnSpPr>
            <a:cxnSpLocks/>
            <a:stCxn id="10" idx="0"/>
            <a:endCxn id="9" idx="5"/>
          </p:cNvCxnSpPr>
          <p:nvPr/>
        </p:nvCxnSpPr>
        <p:spPr>
          <a:xfrm flipH="1" flipV="1">
            <a:off x="10635882" y="1962376"/>
            <a:ext cx="235318" cy="15566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7653E38-994A-854E-3601-DC7350BC71D8}"/>
              </a:ext>
            </a:extLst>
          </p:cNvPr>
          <p:cNvCxnSpPr>
            <a:cxnSpLocks/>
            <a:stCxn id="6" idx="7"/>
            <a:endCxn id="9" idx="3"/>
          </p:cNvCxnSpPr>
          <p:nvPr/>
        </p:nvCxnSpPr>
        <p:spPr>
          <a:xfrm flipV="1">
            <a:off x="8917918" y="1962376"/>
            <a:ext cx="849327" cy="6149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20C67CE-4A97-61DB-AB6E-E476FA12DADB}"/>
              </a:ext>
            </a:extLst>
          </p:cNvPr>
          <p:cNvCxnSpPr>
            <a:cxnSpLocks/>
            <a:stCxn id="12" idx="7"/>
            <a:endCxn id="5" idx="4"/>
          </p:cNvCxnSpPr>
          <p:nvPr/>
        </p:nvCxnSpPr>
        <p:spPr>
          <a:xfrm flipH="1" flipV="1">
            <a:off x="3920836" y="3135746"/>
            <a:ext cx="20992" cy="9332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7BB8D6C9-BEAD-0AC4-437E-55E115C5C6C1}"/>
              </a:ext>
            </a:extLst>
          </p:cNvPr>
          <p:cNvCxnSpPr>
            <a:cxnSpLocks/>
            <a:stCxn id="11" idx="5"/>
            <a:endCxn id="5" idx="2"/>
          </p:cNvCxnSpPr>
          <p:nvPr/>
        </p:nvCxnSpPr>
        <p:spPr>
          <a:xfrm>
            <a:off x="1981409" y="1962376"/>
            <a:ext cx="1325208" cy="5730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B830F24C-E0E9-3A74-E699-C079D47FD3AF}"/>
              </a:ext>
            </a:extLst>
          </p:cNvPr>
          <p:cNvSpPr/>
          <p:nvPr/>
        </p:nvSpPr>
        <p:spPr>
          <a:xfrm>
            <a:off x="3763606" y="2258731"/>
            <a:ext cx="304800" cy="644237"/>
          </a:xfrm>
          <a:custGeom>
            <a:avLst/>
            <a:gdLst>
              <a:gd name="connsiteX0" fmla="*/ 152400 w 304800"/>
              <a:gd name="connsiteY0" fmla="*/ 0 h 644237"/>
              <a:gd name="connsiteX1" fmla="*/ 304800 w 304800"/>
              <a:gd name="connsiteY1" fmla="*/ 163946 h 644237"/>
              <a:gd name="connsiteX2" fmla="*/ 211721 w 304800"/>
              <a:gd name="connsiteY2" fmla="*/ 315008 h 644237"/>
              <a:gd name="connsiteX3" fmla="*/ 201068 w 304800"/>
              <a:gd name="connsiteY3" fmla="*/ 317322 h 644237"/>
              <a:gd name="connsiteX4" fmla="*/ 304800 w 304800"/>
              <a:gd name="connsiteY4" fmla="*/ 644237 h 644237"/>
              <a:gd name="connsiteX5" fmla="*/ 0 w 304800"/>
              <a:gd name="connsiteY5" fmla="*/ 644237 h 644237"/>
              <a:gd name="connsiteX6" fmla="*/ 103733 w 304800"/>
              <a:gd name="connsiteY6" fmla="*/ 317322 h 644237"/>
              <a:gd name="connsiteX7" fmla="*/ 93079 w 304800"/>
              <a:gd name="connsiteY7" fmla="*/ 315008 h 644237"/>
              <a:gd name="connsiteX8" fmla="*/ 0 w 304800"/>
              <a:gd name="connsiteY8" fmla="*/ 163946 h 644237"/>
              <a:gd name="connsiteX9" fmla="*/ 152400 w 304800"/>
              <a:gd name="connsiteY9" fmla="*/ 0 h 64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4800" h="644237">
                <a:moveTo>
                  <a:pt x="152400" y="0"/>
                </a:moveTo>
                <a:cubicBezTo>
                  <a:pt x="236568" y="0"/>
                  <a:pt x="304800" y="73401"/>
                  <a:pt x="304800" y="163946"/>
                </a:cubicBezTo>
                <a:cubicBezTo>
                  <a:pt x="304800" y="231855"/>
                  <a:pt x="266420" y="290120"/>
                  <a:pt x="211721" y="315008"/>
                </a:cubicBezTo>
                <a:lnTo>
                  <a:pt x="201068" y="317322"/>
                </a:lnTo>
                <a:lnTo>
                  <a:pt x="304800" y="644237"/>
                </a:lnTo>
                <a:lnTo>
                  <a:pt x="0" y="644237"/>
                </a:lnTo>
                <a:lnTo>
                  <a:pt x="103733" y="317322"/>
                </a:lnTo>
                <a:lnTo>
                  <a:pt x="93079" y="315008"/>
                </a:lnTo>
                <a:cubicBezTo>
                  <a:pt x="38381" y="290120"/>
                  <a:pt x="0" y="231855"/>
                  <a:pt x="0" y="163946"/>
                </a:cubicBezTo>
                <a:cubicBezTo>
                  <a:pt x="0" y="73401"/>
                  <a:pt x="68232" y="0"/>
                  <a:pt x="152400" y="0"/>
                </a:cubicBezTo>
                <a:close/>
              </a:path>
            </a:pathLst>
          </a:cu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62A822-5C74-AFF1-7A1A-261E5CEACF38}"/>
              </a:ext>
            </a:extLst>
          </p:cNvPr>
          <p:cNvSpPr txBox="1"/>
          <p:nvPr/>
        </p:nvSpPr>
        <p:spPr>
          <a:xfrm>
            <a:off x="3480952" y="1986350"/>
            <a:ext cx="907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플레이어</a:t>
            </a:r>
          </a:p>
        </p:txBody>
      </p:sp>
      <p:pic>
        <p:nvPicPr>
          <p:cNvPr id="1026" name="Picture 2" descr="집 - 무료 건물개 아이콘">
            <a:extLst>
              <a:ext uri="{FF2B5EF4-FFF2-40B4-BE49-F238E27FC236}">
                <a16:creationId xmlns:a16="http://schemas.microsoft.com/office/drawing/2014/main" id="{33031347-57FA-C805-9FE2-1F9818E78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497" y="3288497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orld of Warcraft Chromie and Quest Marker Stickers - Available in Mat –  Hidden Treasures Ireland">
            <a:extLst>
              <a:ext uri="{FF2B5EF4-FFF2-40B4-BE49-F238E27FC236}">
                <a16:creationId xmlns:a16="http://schemas.microsoft.com/office/drawing/2014/main" id="{B4AA1E4F-C21C-2962-B138-D3D066427D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8689" y1="83069" x2="50936" y2="804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037" r="35037"/>
          <a:stretch/>
        </p:blipFill>
        <p:spPr bwMode="auto">
          <a:xfrm>
            <a:off x="1413029" y="1300802"/>
            <a:ext cx="268122" cy="63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35948F6-1F83-6315-C59E-8E50935889B2}"/>
              </a:ext>
            </a:extLst>
          </p:cNvPr>
          <p:cNvSpPr txBox="1"/>
          <p:nvPr/>
        </p:nvSpPr>
        <p:spPr>
          <a:xfrm>
            <a:off x="1093353" y="1080219"/>
            <a:ext cx="9074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메인 퀘스트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059D98-5201-C157-3E14-528B3EB254F2}"/>
              </a:ext>
            </a:extLst>
          </p:cNvPr>
          <p:cNvSpPr txBox="1"/>
          <p:nvPr/>
        </p:nvSpPr>
        <p:spPr>
          <a:xfrm>
            <a:off x="5671861" y="3098762"/>
            <a:ext cx="907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마을</a:t>
            </a:r>
          </a:p>
        </p:txBody>
      </p:sp>
      <p:pic>
        <p:nvPicPr>
          <p:cNvPr id="1030" name="Picture 6" descr="Thick Arrow Icon Over White Background, Line Style, Vector Illustration  Royalty Free SVG, Cliparts, Vectors, and Stock Illustration. Image  150494611.">
            <a:extLst>
              <a:ext uri="{FF2B5EF4-FFF2-40B4-BE49-F238E27FC236}">
                <a16:creationId xmlns:a16="http://schemas.microsoft.com/office/drawing/2014/main" id="{A9F6D64F-2D6A-3CDB-8967-01F004FC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375" y="3767450"/>
            <a:ext cx="861224" cy="86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EA4220A-2FF5-8D37-B56E-FDDA6CB803D0}"/>
              </a:ext>
            </a:extLst>
          </p:cNvPr>
          <p:cNvSpPr txBox="1"/>
          <p:nvPr/>
        </p:nvSpPr>
        <p:spPr>
          <a:xfrm>
            <a:off x="10314556" y="3731600"/>
            <a:ext cx="11708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다른 지역 이동</a:t>
            </a:r>
          </a:p>
        </p:txBody>
      </p:sp>
      <p:pic>
        <p:nvPicPr>
          <p:cNvPr id="48" name="Picture 6" descr="Thick Arrow Icon Over White Background, Line Style, Vector Illustration  Royalty Free SVG, Cliparts, Vectors, and Stock Illustration. Image  150494611.">
            <a:extLst>
              <a:ext uri="{FF2B5EF4-FFF2-40B4-BE49-F238E27FC236}">
                <a16:creationId xmlns:a16="http://schemas.microsoft.com/office/drawing/2014/main" id="{3249C831-F3F6-D28E-528B-AEFF927BD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631" y="4187270"/>
            <a:ext cx="861224" cy="86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6643C49-BD9D-6ECD-9141-E009DE2DB9F1}"/>
              </a:ext>
            </a:extLst>
          </p:cNvPr>
          <p:cNvSpPr txBox="1"/>
          <p:nvPr/>
        </p:nvSpPr>
        <p:spPr>
          <a:xfrm>
            <a:off x="2947812" y="4151420"/>
            <a:ext cx="11708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다른 지역 이동</a:t>
            </a:r>
          </a:p>
        </p:txBody>
      </p:sp>
    </p:spTree>
    <p:extLst>
      <p:ext uri="{BB962C8B-B14F-4D97-AF65-F5344CB8AC3E}">
        <p14:creationId xmlns:p14="http://schemas.microsoft.com/office/powerpoint/2010/main" val="1650725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1</cp:revision>
  <dcterms:created xsi:type="dcterms:W3CDTF">2025-11-03T06:35:32Z</dcterms:created>
  <dcterms:modified xsi:type="dcterms:W3CDTF">2025-11-03T08:05:39Z</dcterms:modified>
</cp:coreProperties>
</file>