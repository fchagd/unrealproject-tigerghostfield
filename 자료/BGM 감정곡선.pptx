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감정곡선</a:t>
            </a:r>
            <a:endParaRPr lang="en-US" altLang="ko-KR"/>
          </a:p>
        </c:rich>
      </c:tx>
      <c:layout>
        <c:manualLayout>
          <c:xMode val="edge"/>
          <c:yMode val="edge"/>
          <c:x val="0.55879499768523633"/>
          <c:y val="1.87499988465797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감정곡선(Max=100)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Sheet1!$A$2:$A$20</c:f>
              <c:numCache>
                <c:formatCode>General</c:formatCode>
                <c:ptCount val="19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  <c:pt idx="18">
                  <c:v>270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60</c:v>
                </c:pt>
                <c:pt idx="6">
                  <c:v>25</c:v>
                </c:pt>
                <c:pt idx="7">
                  <c:v>45</c:v>
                </c:pt>
                <c:pt idx="8">
                  <c:v>35</c:v>
                </c:pt>
                <c:pt idx="9">
                  <c:v>30</c:v>
                </c:pt>
                <c:pt idx="10">
                  <c:v>40</c:v>
                </c:pt>
                <c:pt idx="11">
                  <c:v>35</c:v>
                </c:pt>
                <c:pt idx="12">
                  <c:v>35</c:v>
                </c:pt>
                <c:pt idx="13">
                  <c:v>30</c:v>
                </c:pt>
                <c:pt idx="14">
                  <c:v>65</c:v>
                </c:pt>
                <c:pt idx="15">
                  <c:v>70</c:v>
                </c:pt>
                <c:pt idx="16">
                  <c:v>20</c:v>
                </c:pt>
                <c:pt idx="17">
                  <c:v>25</c:v>
                </c:pt>
                <c:pt idx="18">
                  <c:v>60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937-45F0-85C2-3259AECFA2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00740672"/>
        <c:axId val="1100748832"/>
      </c:scatterChart>
      <c:valAx>
        <c:axId val="1100740672"/>
        <c:scaling>
          <c:orientation val="minMax"/>
          <c:max val="2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시간</a:t>
                </a:r>
                <a:r>
                  <a:rPr lang="en-US" altLang="ko-KR"/>
                  <a:t>(s)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8832"/>
        <c:crosses val="autoZero"/>
        <c:crossBetween val="midCat"/>
        <c:majorUnit val="30"/>
      </c:valAx>
      <c:valAx>
        <c:axId val="110074883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감정 고조</a:t>
                </a:r>
                <a:r>
                  <a:rPr lang="en-US" altLang="ko-KR"/>
                  <a:t>(Max=100)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0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감정곡선</a:t>
            </a:r>
            <a:endParaRPr lang="en-US" altLang="ko-KR"/>
          </a:p>
        </c:rich>
      </c:tx>
      <c:layout>
        <c:manualLayout>
          <c:xMode val="edge"/>
          <c:yMode val="edge"/>
          <c:x val="0.55879499768523633"/>
          <c:y val="1.87499988465797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감정곡선(Max=100)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Sheet1!$A$2:$A$20</c:f>
              <c:numCache>
                <c:formatCode>General</c:formatCode>
                <c:ptCount val="19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  <c:pt idx="18">
                  <c:v>270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35</c:v>
                </c:pt>
                <c:pt idx="2">
                  <c:v>50</c:v>
                </c:pt>
                <c:pt idx="3">
                  <c:v>55</c:v>
                </c:pt>
                <c:pt idx="4">
                  <c:v>40</c:v>
                </c:pt>
                <c:pt idx="5">
                  <c:v>35</c:v>
                </c:pt>
                <c:pt idx="6">
                  <c:v>40</c:v>
                </c:pt>
                <c:pt idx="7">
                  <c:v>35</c:v>
                </c:pt>
                <c:pt idx="8">
                  <c:v>45</c:v>
                </c:pt>
                <c:pt idx="9">
                  <c:v>45</c:v>
                </c:pt>
                <c:pt idx="10">
                  <c:v>40</c:v>
                </c:pt>
                <c:pt idx="11">
                  <c:v>55</c:v>
                </c:pt>
                <c:pt idx="12">
                  <c:v>50</c:v>
                </c:pt>
                <c:pt idx="13">
                  <c:v>45</c:v>
                </c:pt>
                <c:pt idx="14">
                  <c:v>40</c:v>
                </c:pt>
                <c:pt idx="15">
                  <c:v>30</c:v>
                </c:pt>
                <c:pt idx="16">
                  <c:v>40</c:v>
                </c:pt>
                <c:pt idx="17">
                  <c:v>35</c:v>
                </c:pt>
                <c:pt idx="18">
                  <c:v>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918-40BF-A6D3-9AE6F2FE12A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00740672"/>
        <c:axId val="1100748832"/>
      </c:scatterChart>
      <c:valAx>
        <c:axId val="1100740672"/>
        <c:scaling>
          <c:orientation val="minMax"/>
          <c:max val="2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시간</a:t>
                </a:r>
                <a:r>
                  <a:rPr lang="en-US" altLang="ko-KR"/>
                  <a:t>(s)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8832"/>
        <c:crosses val="autoZero"/>
        <c:crossBetween val="midCat"/>
        <c:majorUnit val="30"/>
      </c:valAx>
      <c:valAx>
        <c:axId val="110074883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감정 고조</a:t>
                </a:r>
                <a:r>
                  <a:rPr lang="en-US" altLang="ko-KR"/>
                  <a:t>(Max=100)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0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감정곡선</a:t>
            </a:r>
            <a:endParaRPr lang="en-US" altLang="ko-KR"/>
          </a:p>
        </c:rich>
      </c:tx>
      <c:layout>
        <c:manualLayout>
          <c:xMode val="edge"/>
          <c:yMode val="edge"/>
          <c:x val="0.55879499768523633"/>
          <c:y val="1.87499988465797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감정곡선(Max=100)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Sheet1!$A$2:$A$20</c:f>
              <c:numCache>
                <c:formatCode>General</c:formatCode>
                <c:ptCount val="19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  <c:pt idx="18">
                  <c:v>270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65</c:v>
                </c:pt>
                <c:pt idx="2">
                  <c:v>60</c:v>
                </c:pt>
                <c:pt idx="3">
                  <c:v>50</c:v>
                </c:pt>
                <c:pt idx="4">
                  <c:v>55</c:v>
                </c:pt>
                <c:pt idx="5">
                  <c:v>80</c:v>
                </c:pt>
                <c:pt idx="6">
                  <c:v>85</c:v>
                </c:pt>
                <c:pt idx="7">
                  <c:v>35</c:v>
                </c:pt>
                <c:pt idx="8">
                  <c:v>20</c:v>
                </c:pt>
                <c:pt idx="9">
                  <c:v>25</c:v>
                </c:pt>
                <c:pt idx="10">
                  <c:v>20</c:v>
                </c:pt>
                <c:pt idx="11">
                  <c:v>35</c:v>
                </c:pt>
                <c:pt idx="12">
                  <c:v>90</c:v>
                </c:pt>
                <c:pt idx="13">
                  <c:v>95</c:v>
                </c:pt>
                <c:pt idx="14">
                  <c:v>85</c:v>
                </c:pt>
                <c:pt idx="15">
                  <c:v>70</c:v>
                </c:pt>
                <c:pt idx="16">
                  <c:v>60</c:v>
                </c:pt>
                <c:pt idx="17">
                  <c:v>65</c:v>
                </c:pt>
                <c:pt idx="18">
                  <c:v>60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7D5-4D54-92DF-6142CFFD4C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00740672"/>
        <c:axId val="1100748832"/>
      </c:scatterChart>
      <c:valAx>
        <c:axId val="1100740672"/>
        <c:scaling>
          <c:orientation val="minMax"/>
          <c:max val="2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시간</a:t>
                </a:r>
                <a:r>
                  <a:rPr lang="en-US" altLang="ko-KR"/>
                  <a:t>(s)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8832"/>
        <c:crosses val="autoZero"/>
        <c:crossBetween val="midCat"/>
        <c:majorUnit val="30"/>
      </c:valAx>
      <c:valAx>
        <c:axId val="110074883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감정 고조</a:t>
                </a:r>
                <a:r>
                  <a:rPr lang="en-US" altLang="ko-KR"/>
                  <a:t>(Max=100)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0740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66C55-3617-3B23-A937-AD73B0045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FACF30-8F6C-6B03-5ABA-377CCE7F1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5C00A-2F9F-B561-9116-D3BF152B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4F149-E4F0-ACD2-8D1B-03D3DD3D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E249B-6906-7F26-2415-DCCB5DE7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47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88428-FFB2-6E04-C2AC-28FFE4EF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EEFE9-E510-2201-2BC6-0FA42D92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E1D46-94A6-DC82-B4AE-0F28E284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249D1-2860-AA46-4A95-9C2896B3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412A6-5CDF-7C2E-C1BC-A7CBE861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64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52A22-69D0-7DFF-B32B-DD178159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04039-A409-FB49-788C-E564909B2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3A2450-E628-5058-6E0A-DF7CE9DE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9591C8-F0F6-D89E-8ED4-610EA5E5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D665B1-E411-16F6-F85D-34C7D267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61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6C2D0-302D-94D9-0B01-F982AADB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0180C-DE11-175A-435D-1F02D1E6F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1AF025-897D-4CF3-BB1E-79FA73B89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0ACC50-FA47-EFA7-A89D-18BAD100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E64A44-E3E8-D8D9-C80B-7B2AE96B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C79A24-E0A0-BC0A-4924-3F03DA74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70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3FE5F-5203-C184-319D-A98EA8F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6B7440-1406-F7CA-A98C-EE005F18B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2FD101-2F38-0683-F67D-E900C19AD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181AF9-843F-C9B1-1B97-0B20C88F1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4A1534-903D-2C1F-64DF-803D0CA43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C69D37-AD2A-9926-22E7-DD8DCAD9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FF163F-8BF9-496C-4D03-5C75D857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769E3B-977F-6D24-F041-7CDA69D0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24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E9AB0-6964-FAC6-95FE-7790D365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9E4B31-EED3-8B35-5540-02A48A21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098F04-46C0-5766-B4F1-39E8F80B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93027A-1749-CCCA-E12C-E2FA19F1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1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12F1D5-50E0-95B1-EF7B-7EB14B94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E9E933-C45B-1F26-AD21-81F85E01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87B51-2E16-D083-9DE6-A8E3C9E6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7731D-DFD7-AB36-A60B-901ED62D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5865C-8EA3-223F-A1E2-C931FA011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97930A-822B-2FD9-CADE-33CAE04F0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04B8E2-2A9B-B64C-1161-79577CDB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943EB-5D84-FFE7-7CE6-E365E50EF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48AA41-7AD7-5C3E-D453-124C20A6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6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65942-14B7-6A3E-94A7-4F9A4BF2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CF84F4-1732-6276-9D9A-908DE98D7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BCA7DD-5A03-9CB4-9C6E-F4D8F7AE6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EC333D-470A-AAFA-D341-C53A8D13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DB791F-9084-630E-6C5C-A707E6B7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334498-8D37-C1CB-0715-AF274273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0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650CF-6928-B10B-BD93-33F02EC8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A89EF1-01A6-F1A8-EAE7-B83F417A1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38EB7-B895-0746-C49A-603EAB2B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728479-2BC3-CF02-1635-B5762BF9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71596-7447-6DAF-C624-AB4108E8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68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5523D0-B35E-BFD1-1F55-950BB4C88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30F08B-46A2-90A3-8747-6990A2DC6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0D9FD-5306-51A8-5946-C8914939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11B2A-7078-CBD6-3B06-B42C1ADC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32C619-5AD5-6A83-1089-BBB7F6D5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19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FA8BB6-DE07-62BB-FA26-333AA1EE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C48A2E-00AE-CDBC-407E-264EE0F0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A58D3-6951-8CD7-53C8-CF3104511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3F7BD-F3F3-4D0D-830C-AFDAFDA58087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C5C7C-825D-3175-4F09-9B5C8C005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85FB84-10A1-1B28-B06D-0D79BF3BF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63270-2412-48DC-BCEA-DD7E7E7B30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86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270B5D4-6E31-23D4-608B-5B6CEBD16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1784099"/>
              </p:ext>
            </p:extLst>
          </p:nvPr>
        </p:nvGraphicFramePr>
        <p:xfrm>
          <a:off x="1607128" y="719666"/>
          <a:ext cx="923636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5B37115-EC8A-6635-26B5-5D55C3CD509A}"/>
              </a:ext>
            </a:extLst>
          </p:cNvPr>
          <p:cNvSpPr txBox="1"/>
          <p:nvPr/>
        </p:nvSpPr>
        <p:spPr>
          <a:xfrm>
            <a:off x="443345" y="341745"/>
            <a:ext cx="214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마을</a:t>
            </a:r>
            <a:r>
              <a:rPr lang="en-US" altLang="ko-KR"/>
              <a:t>(</a:t>
            </a:r>
            <a:r>
              <a:rPr lang="ko-KR" altLang="en-US"/>
              <a:t>안전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98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DD7FDF-FFC0-AFC4-28BA-2349B6E74FB0}"/>
              </a:ext>
            </a:extLst>
          </p:cNvPr>
          <p:cNvSpPr txBox="1"/>
          <p:nvPr/>
        </p:nvSpPr>
        <p:spPr>
          <a:xfrm>
            <a:off x="1080655" y="665018"/>
            <a:ext cx="214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배회</a:t>
            </a: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D597344-5BF7-37A9-1F72-6E252FDA16F5}"/>
              </a:ext>
            </a:extLst>
          </p:cNvPr>
          <p:cNvGraphicFramePr/>
          <p:nvPr/>
        </p:nvGraphicFramePr>
        <p:xfrm>
          <a:off x="3016250" y="1706880"/>
          <a:ext cx="6159500" cy="344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454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DD7FDF-FFC0-AFC4-28BA-2349B6E74FB0}"/>
              </a:ext>
            </a:extLst>
          </p:cNvPr>
          <p:cNvSpPr txBox="1"/>
          <p:nvPr/>
        </p:nvSpPr>
        <p:spPr>
          <a:xfrm>
            <a:off x="1136073" y="701963"/>
            <a:ext cx="214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전투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D597344-5BF7-37A9-1F72-6E252FDA16F5}"/>
              </a:ext>
            </a:extLst>
          </p:cNvPr>
          <p:cNvGraphicFramePr/>
          <p:nvPr/>
        </p:nvGraphicFramePr>
        <p:xfrm>
          <a:off x="3016250" y="1706880"/>
          <a:ext cx="6159500" cy="344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899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42</Words>
  <Application>Microsoft Office PowerPoint</Application>
  <PresentationFormat>와이드스크린</PresentationFormat>
  <Paragraphs>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5</cp:revision>
  <dcterms:created xsi:type="dcterms:W3CDTF">2025-10-31T08:46:04Z</dcterms:created>
  <dcterms:modified xsi:type="dcterms:W3CDTF">2025-11-01T11:18:44Z</dcterms:modified>
</cp:coreProperties>
</file>